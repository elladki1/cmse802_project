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8" r:id="rId9"/>
    <p:sldId id="267" r:id="rId10"/>
    <p:sldId id="269" r:id="rId11"/>
    <p:sldId id="274" r:id="rId12"/>
    <p:sldId id="270" r:id="rId13"/>
    <p:sldId id="273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0CF"/>
    <a:srgbClr val="DFF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4CD22-2139-4411-B774-615F146C5D96}" v="4" dt="2025-12-01T14:29:45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864" autoAdjust="0"/>
  </p:normalViewPr>
  <p:slideViewPr>
    <p:cSldViewPr snapToGrid="0">
      <p:cViewPr varScale="1">
        <p:scale>
          <a:sx n="69" d="100"/>
          <a:sy n="69" d="100"/>
        </p:scale>
        <p:origin x="21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dki, Rana" userId="86e9657d-2d62-4ca1-a76f-28c463fa0ed8" providerId="ADAL" clId="{60D826FD-3343-4B02-B345-CE3988156E0A}"/>
    <pc:docChg chg="undo custSel addSld delSld modSld sldOrd modMainMaster">
      <pc:chgData name="Elladki, Rana" userId="86e9657d-2d62-4ca1-a76f-28c463fa0ed8" providerId="ADAL" clId="{60D826FD-3343-4B02-B345-CE3988156E0A}" dt="2025-12-01T14:31:08.036" v="8884" actId="20577"/>
      <pc:docMkLst>
        <pc:docMk/>
      </pc:docMkLst>
      <pc:sldChg chg="addSp delSp modSp mod modNotesTx">
        <pc:chgData name="Elladki, Rana" userId="86e9657d-2d62-4ca1-a76f-28c463fa0ed8" providerId="ADAL" clId="{60D826FD-3343-4B02-B345-CE3988156E0A}" dt="2025-12-01T14:15:51.502" v="8474" actId="20577"/>
        <pc:sldMkLst>
          <pc:docMk/>
          <pc:sldMk cId="3203381686" sldId="256"/>
        </pc:sldMkLst>
        <pc:spChg chg="mod">
          <ac:chgData name="Elladki, Rana" userId="86e9657d-2d62-4ca1-a76f-28c463fa0ed8" providerId="ADAL" clId="{60D826FD-3343-4B02-B345-CE3988156E0A}" dt="2025-11-18T19:26:34.251" v="174" actId="1076"/>
          <ac:spMkLst>
            <pc:docMk/>
            <pc:sldMk cId="3203381686" sldId="256"/>
            <ac:spMk id="2" creationId="{C80280E8-90E8-1394-719F-5B2A2B9278E1}"/>
          </ac:spMkLst>
        </pc:spChg>
        <pc:spChg chg="mod">
          <ac:chgData name="Elladki, Rana" userId="86e9657d-2d62-4ca1-a76f-28c463fa0ed8" providerId="ADAL" clId="{60D826FD-3343-4B02-B345-CE3988156E0A}" dt="2025-11-18T19:26:24.399" v="171" actId="255"/>
          <ac:spMkLst>
            <pc:docMk/>
            <pc:sldMk cId="3203381686" sldId="256"/>
            <ac:spMk id="3" creationId="{440B76BB-EBB8-12FD-30F1-34EC8596D71D}"/>
          </ac:spMkLst>
        </pc:spChg>
        <pc:picChg chg="add mod">
          <ac:chgData name="Elladki, Rana" userId="86e9657d-2d62-4ca1-a76f-28c463fa0ed8" providerId="ADAL" clId="{60D826FD-3343-4B02-B345-CE3988156E0A}" dt="2025-11-18T19:14:24.470" v="0"/>
          <ac:picMkLst>
            <pc:docMk/>
            <pc:sldMk cId="3203381686" sldId="256"/>
            <ac:picMk id="4" creationId="{5BEF9B31-3306-E23F-278F-86A511BCDFAE}"/>
          </ac:picMkLst>
        </pc:picChg>
      </pc:sldChg>
      <pc:sldChg chg="modSp new mod modNotesTx">
        <pc:chgData name="Elladki, Rana" userId="86e9657d-2d62-4ca1-a76f-28c463fa0ed8" providerId="ADAL" clId="{60D826FD-3343-4B02-B345-CE3988156E0A}" dt="2025-12-01T14:30:18.186" v="8817" actId="20577"/>
        <pc:sldMkLst>
          <pc:docMk/>
          <pc:sldMk cId="1594936613" sldId="257"/>
        </pc:sldMkLst>
        <pc:spChg chg="mod">
          <ac:chgData name="Elladki, Rana" userId="86e9657d-2d62-4ca1-a76f-28c463fa0ed8" providerId="ADAL" clId="{60D826FD-3343-4B02-B345-CE3988156E0A}" dt="2025-11-18T19:44:46.989" v="727" actId="14100"/>
          <ac:spMkLst>
            <pc:docMk/>
            <pc:sldMk cId="1594936613" sldId="257"/>
            <ac:spMk id="2" creationId="{B7311030-C92A-1300-30FE-10D19F283131}"/>
          </ac:spMkLst>
        </pc:spChg>
        <pc:spChg chg="mod">
          <ac:chgData name="Elladki, Rana" userId="86e9657d-2d62-4ca1-a76f-28c463fa0ed8" providerId="ADAL" clId="{60D826FD-3343-4B02-B345-CE3988156E0A}" dt="2025-11-18T19:38:42.933" v="409" actId="2710"/>
          <ac:spMkLst>
            <pc:docMk/>
            <pc:sldMk cId="1594936613" sldId="257"/>
            <ac:spMk id="3" creationId="{6AF32F51-751E-6A8F-7D4B-06E365D12F1E}"/>
          </ac:spMkLst>
        </pc:spChg>
      </pc:sldChg>
      <pc:sldChg chg="modSp add mod modNotesTx">
        <pc:chgData name="Elladki, Rana" userId="86e9657d-2d62-4ca1-a76f-28c463fa0ed8" providerId="ADAL" clId="{60D826FD-3343-4B02-B345-CE3988156E0A}" dt="2025-12-01T13:29:22.572" v="3701" actId="20577"/>
        <pc:sldMkLst>
          <pc:docMk/>
          <pc:sldMk cId="1484054001" sldId="258"/>
        </pc:sldMkLst>
        <pc:spChg chg="mod">
          <ac:chgData name="Elladki, Rana" userId="86e9657d-2d62-4ca1-a76f-28c463fa0ed8" providerId="ADAL" clId="{60D826FD-3343-4B02-B345-CE3988156E0A}" dt="2025-11-18T19:44:40.461" v="726" actId="14100"/>
          <ac:spMkLst>
            <pc:docMk/>
            <pc:sldMk cId="1484054001" sldId="258"/>
            <ac:spMk id="2" creationId="{3E595CA6-EE09-7269-903A-036DFFA5E75C}"/>
          </ac:spMkLst>
        </pc:spChg>
        <pc:spChg chg="mod">
          <ac:chgData name="Elladki, Rana" userId="86e9657d-2d62-4ca1-a76f-28c463fa0ed8" providerId="ADAL" clId="{60D826FD-3343-4B02-B345-CE3988156E0A}" dt="2025-11-18T19:40:11.576" v="644" actId="14100"/>
          <ac:spMkLst>
            <pc:docMk/>
            <pc:sldMk cId="1484054001" sldId="258"/>
            <ac:spMk id="3" creationId="{A38DE36C-A975-4639-3DDC-CCAB918F0F4F}"/>
          </ac:spMkLst>
        </pc:spChg>
      </pc:sldChg>
      <pc:sldChg chg="addSp delSp modSp add mod ord modNotesTx">
        <pc:chgData name="Elladki, Rana" userId="86e9657d-2d62-4ca1-a76f-28c463fa0ed8" providerId="ADAL" clId="{60D826FD-3343-4B02-B345-CE3988156E0A}" dt="2025-12-01T13:35:40.164" v="4267" actId="20577"/>
        <pc:sldMkLst>
          <pc:docMk/>
          <pc:sldMk cId="990026199" sldId="259"/>
        </pc:sldMkLst>
        <pc:spChg chg="mod">
          <ac:chgData name="Elladki, Rana" userId="86e9657d-2d62-4ca1-a76f-28c463fa0ed8" providerId="ADAL" clId="{60D826FD-3343-4B02-B345-CE3988156E0A}" dt="2025-11-18T19:44:33.584" v="725" actId="14100"/>
          <ac:spMkLst>
            <pc:docMk/>
            <pc:sldMk cId="990026199" sldId="259"/>
            <ac:spMk id="2" creationId="{4B98078F-0F4D-2F0E-1C9D-4F49F391666F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8" creationId="{199BB64A-4589-352A-A027-5C05C64C3EED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0" creationId="{50A1F1FB-0C3E-2F4C-D41F-9A47B4EF0899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2" creationId="{9731DAB8-AF5D-8139-4BDA-B3F046B7F9B3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3" creationId="{6B8A9F3A-9354-B1C9-0F46-85925782C02F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4" creationId="{76CB8BD8-BC80-0A01-7EAE-0D6EF19423BD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5" creationId="{212A919D-E145-E79C-F864-6801D67F7232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17" creationId="{A88367FA-C9BD-2DFE-EC84-906F5C695596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29" creationId="{8202E9EE-D21F-9988-8C11-BA25E3B727F5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30" creationId="{E48AC046-4F2C-607B-43FD-35015489BE76}"/>
          </ac:spMkLst>
        </pc:spChg>
        <pc:spChg chg="mod">
          <ac:chgData name="Elladki, Rana" userId="86e9657d-2d62-4ca1-a76f-28c463fa0ed8" providerId="ADAL" clId="{60D826FD-3343-4B02-B345-CE3988156E0A}" dt="2025-11-18T19:44:18.402" v="724"/>
          <ac:spMkLst>
            <pc:docMk/>
            <pc:sldMk cId="990026199" sldId="259"/>
            <ac:spMk id="31" creationId="{CAF18454-AD5D-4E74-3828-5D7BC1CB0A65}"/>
          </ac:spMkLst>
        </pc:spChg>
      </pc:sldChg>
      <pc:sldChg chg="addSp delSp modSp add mod modNotesTx">
        <pc:chgData name="Elladki, Rana" userId="86e9657d-2d62-4ca1-a76f-28c463fa0ed8" providerId="ADAL" clId="{60D826FD-3343-4B02-B345-CE3988156E0A}" dt="2025-12-01T13:49:24.557" v="5566" actId="5793"/>
        <pc:sldMkLst>
          <pc:docMk/>
          <pc:sldMk cId="3429223787" sldId="260"/>
        </pc:sldMkLst>
        <pc:spChg chg="mod">
          <ac:chgData name="Elladki, Rana" userId="86e9657d-2d62-4ca1-a76f-28c463fa0ed8" providerId="ADAL" clId="{60D826FD-3343-4B02-B345-CE3988156E0A}" dt="2025-11-18T20:00:54.402" v="1933" actId="20577"/>
          <ac:spMkLst>
            <pc:docMk/>
            <pc:sldMk cId="3429223787" sldId="260"/>
            <ac:spMk id="2" creationId="{1C6B0C52-3E27-3C0F-F84F-6B2720AAAA9C}"/>
          </ac:spMkLst>
        </pc:spChg>
        <pc:spChg chg="add mod">
          <ac:chgData name="Elladki, Rana" userId="86e9657d-2d62-4ca1-a76f-28c463fa0ed8" providerId="ADAL" clId="{60D826FD-3343-4B02-B345-CE3988156E0A}" dt="2025-11-18T20:07:54.021" v="2187" actId="255"/>
          <ac:spMkLst>
            <pc:docMk/>
            <pc:sldMk cId="3429223787" sldId="260"/>
            <ac:spMk id="3" creationId="{46BDCA9E-A677-63B6-699B-1011F6CC6421}"/>
          </ac:spMkLst>
        </pc:spChg>
      </pc:sldChg>
      <pc:sldChg chg="modSp add del mod modShow">
        <pc:chgData name="Elladki, Rana" userId="86e9657d-2d62-4ca1-a76f-28c463fa0ed8" providerId="ADAL" clId="{60D826FD-3343-4B02-B345-CE3988156E0A}" dt="2025-12-01T13:19:12.992" v="3065" actId="47"/>
        <pc:sldMkLst>
          <pc:docMk/>
          <pc:sldMk cId="2392185806" sldId="261"/>
        </pc:sldMkLst>
      </pc:sldChg>
      <pc:sldChg chg="modSp add del mod modShow">
        <pc:chgData name="Elladki, Rana" userId="86e9657d-2d62-4ca1-a76f-28c463fa0ed8" providerId="ADAL" clId="{60D826FD-3343-4B02-B345-CE3988156E0A}" dt="2025-12-01T13:19:11.644" v="3064" actId="47"/>
        <pc:sldMkLst>
          <pc:docMk/>
          <pc:sldMk cId="1185058039" sldId="262"/>
        </pc:sldMkLst>
      </pc:sldChg>
      <pc:sldChg chg="addSp delSp modSp add del mod ord modShow">
        <pc:chgData name="Elladki, Rana" userId="86e9657d-2d62-4ca1-a76f-28c463fa0ed8" providerId="ADAL" clId="{60D826FD-3343-4B02-B345-CE3988156E0A}" dt="2025-12-01T13:19:13.660" v="3066" actId="47"/>
        <pc:sldMkLst>
          <pc:docMk/>
          <pc:sldMk cId="2009393769" sldId="263"/>
        </pc:sldMkLst>
      </pc:sldChg>
      <pc:sldChg chg="add del mod modShow">
        <pc:chgData name="Elladki, Rana" userId="86e9657d-2d62-4ca1-a76f-28c463fa0ed8" providerId="ADAL" clId="{60D826FD-3343-4B02-B345-CE3988156E0A}" dt="2025-12-01T13:19:10.343" v="3063" actId="47"/>
        <pc:sldMkLst>
          <pc:docMk/>
          <pc:sldMk cId="1218192750" sldId="264"/>
        </pc:sldMkLst>
      </pc:sldChg>
      <pc:sldChg chg="modSp add mod modNotesTx">
        <pc:chgData name="Elladki, Rana" userId="86e9657d-2d62-4ca1-a76f-28c463fa0ed8" providerId="ADAL" clId="{60D826FD-3343-4B02-B345-CE3988156E0A}" dt="2025-12-01T13:41:27.014" v="4965" actId="20577"/>
        <pc:sldMkLst>
          <pc:docMk/>
          <pc:sldMk cId="3441817434" sldId="265"/>
        </pc:sldMkLst>
        <pc:spChg chg="mod">
          <ac:chgData name="Elladki, Rana" userId="86e9657d-2d62-4ca1-a76f-28c463fa0ed8" providerId="ADAL" clId="{60D826FD-3343-4B02-B345-CE3988156E0A}" dt="2025-11-18T20:07:44.229" v="2186" actId="20577"/>
          <ac:spMkLst>
            <pc:docMk/>
            <pc:sldMk cId="3441817434" sldId="265"/>
            <ac:spMk id="2" creationId="{A47577EB-17C8-DFAD-C0E2-545081C095BE}"/>
          </ac:spMkLst>
        </pc:spChg>
        <pc:spChg chg="mod">
          <ac:chgData name="Elladki, Rana" userId="86e9657d-2d62-4ca1-a76f-28c463fa0ed8" providerId="ADAL" clId="{60D826FD-3343-4B02-B345-CE3988156E0A}" dt="2025-11-18T20:11:57.030" v="2530" actId="1076"/>
          <ac:spMkLst>
            <pc:docMk/>
            <pc:sldMk cId="3441817434" sldId="265"/>
            <ac:spMk id="3" creationId="{7417F844-DCC2-67DF-B8E4-F06FDCFDBDE0}"/>
          </ac:spMkLst>
        </pc:spChg>
      </pc:sldChg>
      <pc:sldChg chg="modSp add mod">
        <pc:chgData name="Elladki, Rana" userId="86e9657d-2d62-4ca1-a76f-28c463fa0ed8" providerId="ADAL" clId="{60D826FD-3343-4B02-B345-CE3988156E0A}" dt="2025-11-18T20:15:14.884" v="2854" actId="255"/>
        <pc:sldMkLst>
          <pc:docMk/>
          <pc:sldMk cId="3821932918" sldId="266"/>
        </pc:sldMkLst>
        <pc:spChg chg="mod">
          <ac:chgData name="Elladki, Rana" userId="86e9657d-2d62-4ca1-a76f-28c463fa0ed8" providerId="ADAL" clId="{60D826FD-3343-4B02-B345-CE3988156E0A}" dt="2025-11-18T20:12:15.965" v="2565" actId="20577"/>
          <ac:spMkLst>
            <pc:docMk/>
            <pc:sldMk cId="3821932918" sldId="266"/>
            <ac:spMk id="2" creationId="{4CDC25DE-26D6-65FB-4FFF-71804678B69C}"/>
          </ac:spMkLst>
        </pc:spChg>
        <pc:spChg chg="mod">
          <ac:chgData name="Elladki, Rana" userId="86e9657d-2d62-4ca1-a76f-28c463fa0ed8" providerId="ADAL" clId="{60D826FD-3343-4B02-B345-CE3988156E0A}" dt="2025-11-18T20:15:14.884" v="2854" actId="255"/>
          <ac:spMkLst>
            <pc:docMk/>
            <pc:sldMk cId="3821932918" sldId="266"/>
            <ac:spMk id="3" creationId="{DB7C9D41-1764-BFF2-E22C-6B1B9A58FDF4}"/>
          </ac:spMkLst>
        </pc:spChg>
      </pc:sldChg>
      <pc:sldChg chg="addSp delSp modSp add mod modNotesTx">
        <pc:chgData name="Elladki, Rana" userId="86e9657d-2d62-4ca1-a76f-28c463fa0ed8" providerId="ADAL" clId="{60D826FD-3343-4B02-B345-CE3988156E0A}" dt="2025-12-01T13:46:29.295" v="5227" actId="20577"/>
        <pc:sldMkLst>
          <pc:docMk/>
          <pc:sldMk cId="1001816862" sldId="267"/>
        </pc:sldMkLst>
        <pc:spChg chg="mod">
          <ac:chgData name="Elladki, Rana" userId="86e9657d-2d62-4ca1-a76f-28c463fa0ed8" providerId="ADAL" clId="{60D826FD-3343-4B02-B345-CE3988156E0A}" dt="2025-11-18T20:17:12.228" v="2886" actId="14100"/>
          <ac:spMkLst>
            <pc:docMk/>
            <pc:sldMk cId="1001816862" sldId="267"/>
            <ac:spMk id="2" creationId="{C0BD4B5A-7CD0-D4E4-5FF1-DFB3490FF614}"/>
          </ac:spMkLst>
        </pc:spChg>
        <pc:picChg chg="add mod">
          <ac:chgData name="Elladki, Rana" userId="86e9657d-2d62-4ca1-a76f-28c463fa0ed8" providerId="ADAL" clId="{60D826FD-3343-4B02-B345-CE3988156E0A}" dt="2025-11-18T20:17:22.563" v="2889" actId="1076"/>
          <ac:picMkLst>
            <pc:docMk/>
            <pc:sldMk cId="1001816862" sldId="267"/>
            <ac:picMk id="8" creationId="{A1B2FC7E-96E1-DDF3-D3C5-8E07F1CB39F8}"/>
          </ac:picMkLst>
        </pc:picChg>
      </pc:sldChg>
      <pc:sldChg chg="addSp modSp add mod modAnim modNotesTx">
        <pc:chgData name="Elladki, Rana" userId="86e9657d-2d62-4ca1-a76f-28c463fa0ed8" providerId="ADAL" clId="{60D826FD-3343-4B02-B345-CE3988156E0A}" dt="2025-12-01T14:29:55.228" v="8810" actId="20577"/>
        <pc:sldMkLst>
          <pc:docMk/>
          <pc:sldMk cId="533855846" sldId="268"/>
        </pc:sldMkLst>
        <pc:spChg chg="mod">
          <ac:chgData name="Elladki, Rana" userId="86e9657d-2d62-4ca1-a76f-28c463fa0ed8" providerId="ADAL" clId="{60D826FD-3343-4B02-B345-CE3988156E0A}" dt="2025-11-18T20:21:49.043" v="2899" actId="14100"/>
          <ac:spMkLst>
            <pc:docMk/>
            <pc:sldMk cId="533855846" sldId="268"/>
            <ac:spMk id="3" creationId="{152E4303-4D24-B1A7-A920-E8FDCE671A7F}"/>
          </ac:spMkLst>
        </pc:spChg>
        <pc:spChg chg="add mod">
          <ac:chgData name="Elladki, Rana" userId="86e9657d-2d62-4ca1-a76f-28c463fa0ed8" providerId="ADAL" clId="{60D826FD-3343-4B02-B345-CE3988156E0A}" dt="2025-11-18T20:26:11.120" v="2929" actId="693"/>
          <ac:spMkLst>
            <pc:docMk/>
            <pc:sldMk cId="533855846" sldId="268"/>
            <ac:spMk id="6" creationId="{9F6C1CD9-0B9F-DE9B-525E-CBE4A6F214F4}"/>
          </ac:spMkLst>
        </pc:spChg>
        <pc:spChg chg="add mod">
          <ac:chgData name="Elladki, Rana" userId="86e9657d-2d62-4ca1-a76f-28c463fa0ed8" providerId="ADAL" clId="{60D826FD-3343-4B02-B345-CE3988156E0A}" dt="2025-11-18T20:26:20.364" v="2931" actId="1076"/>
          <ac:spMkLst>
            <pc:docMk/>
            <pc:sldMk cId="533855846" sldId="268"/>
            <ac:spMk id="7" creationId="{750E2B72-E9D0-ED9F-387C-345375CB6B13}"/>
          </ac:spMkLst>
        </pc:spChg>
        <pc:graphicFrameChg chg="add mod modGraphic">
          <ac:chgData name="Elladki, Rana" userId="86e9657d-2d62-4ca1-a76f-28c463fa0ed8" providerId="ADAL" clId="{60D826FD-3343-4B02-B345-CE3988156E0A}" dt="2025-12-01T14:26:27.126" v="8486" actId="207"/>
          <ac:graphicFrameMkLst>
            <pc:docMk/>
            <pc:sldMk cId="533855846" sldId="268"/>
            <ac:graphicFrameMk id="5" creationId="{8570E93E-808D-FC4D-7327-5D2D473F73B5}"/>
          </ac:graphicFrameMkLst>
        </pc:graphicFrameChg>
      </pc:sldChg>
      <pc:sldChg chg="addSp delSp modSp add mod modNotesTx">
        <pc:chgData name="Elladki, Rana" userId="86e9657d-2d62-4ca1-a76f-28c463fa0ed8" providerId="ADAL" clId="{60D826FD-3343-4B02-B345-CE3988156E0A}" dt="2025-12-01T14:21:16.272" v="8477" actId="20577"/>
        <pc:sldMkLst>
          <pc:docMk/>
          <pc:sldMk cId="300737596" sldId="269"/>
        </pc:sldMkLst>
        <pc:spChg chg="mod">
          <ac:chgData name="Elladki, Rana" userId="86e9657d-2d62-4ca1-a76f-28c463fa0ed8" providerId="ADAL" clId="{60D826FD-3343-4B02-B345-CE3988156E0A}" dt="2025-11-18T20:33:34.327" v="2978" actId="20577"/>
          <ac:spMkLst>
            <pc:docMk/>
            <pc:sldMk cId="300737596" sldId="269"/>
            <ac:spMk id="2" creationId="{36BEAE11-9914-1D11-953E-BFFC8DA514BF}"/>
          </ac:spMkLst>
        </pc:spChg>
        <pc:spChg chg="add del mod">
          <ac:chgData name="Elladki, Rana" userId="86e9657d-2d62-4ca1-a76f-28c463fa0ed8" providerId="ADAL" clId="{60D826FD-3343-4B02-B345-CE3988156E0A}" dt="2025-12-01T13:50:40.596" v="5750" actId="478"/>
          <ac:spMkLst>
            <pc:docMk/>
            <pc:sldMk cId="300737596" sldId="269"/>
            <ac:spMk id="6" creationId="{3D94FC4F-B3EC-4BBE-791E-115D5C6B4832}"/>
          </ac:spMkLst>
        </pc:spChg>
        <pc:picChg chg="add mod ord">
          <ac:chgData name="Elladki, Rana" userId="86e9657d-2d62-4ca1-a76f-28c463fa0ed8" providerId="ADAL" clId="{60D826FD-3343-4B02-B345-CE3988156E0A}" dt="2025-11-18T20:40:54.517" v="3060" actId="1076"/>
          <ac:picMkLst>
            <pc:docMk/>
            <pc:sldMk cId="300737596" sldId="269"/>
            <ac:picMk id="5" creationId="{0335C158-9012-9BED-3068-115C1BF4C599}"/>
          </ac:picMkLst>
        </pc:picChg>
      </pc:sldChg>
      <pc:sldChg chg="addSp delSp modSp add mod modAnim modNotesTx">
        <pc:chgData name="Elladki, Rana" userId="86e9657d-2d62-4ca1-a76f-28c463fa0ed8" providerId="ADAL" clId="{60D826FD-3343-4B02-B345-CE3988156E0A}" dt="2025-12-01T14:31:08.036" v="8884" actId="20577"/>
        <pc:sldMkLst>
          <pc:docMk/>
          <pc:sldMk cId="3828672098" sldId="270"/>
        </pc:sldMkLst>
        <pc:spChg chg="mod">
          <ac:chgData name="Elladki, Rana" userId="86e9657d-2d62-4ca1-a76f-28c463fa0ed8" providerId="ADAL" clId="{60D826FD-3343-4B02-B345-CE3988156E0A}" dt="2025-11-18T20:35:55.860" v="3009" actId="27636"/>
          <ac:spMkLst>
            <pc:docMk/>
            <pc:sldMk cId="3828672098" sldId="270"/>
            <ac:spMk id="2" creationId="{4FD1FFCA-9C19-98A5-C7B9-B8F47CD72E40}"/>
          </ac:spMkLst>
        </pc:spChg>
        <pc:spChg chg="add mod">
          <ac:chgData name="Elladki, Rana" userId="86e9657d-2d62-4ca1-a76f-28c463fa0ed8" providerId="ADAL" clId="{60D826FD-3343-4B02-B345-CE3988156E0A}" dt="2025-11-18T20:37:25.645" v="3018" actId="14100"/>
          <ac:spMkLst>
            <pc:docMk/>
            <pc:sldMk cId="3828672098" sldId="270"/>
            <ac:spMk id="9" creationId="{1C558E9F-031C-AB9E-DCEB-EFD2CC53706F}"/>
          </ac:spMkLst>
        </pc:spChg>
        <pc:spChg chg="add mod">
          <ac:chgData name="Elladki, Rana" userId="86e9657d-2d62-4ca1-a76f-28c463fa0ed8" providerId="ADAL" clId="{60D826FD-3343-4B02-B345-CE3988156E0A}" dt="2025-11-18T20:37:42.895" v="3022" actId="14100"/>
          <ac:spMkLst>
            <pc:docMk/>
            <pc:sldMk cId="3828672098" sldId="270"/>
            <ac:spMk id="10" creationId="{7F1FE1CA-7E07-3314-5DDB-144E8CE30151}"/>
          </ac:spMkLst>
        </pc:spChg>
        <pc:spChg chg="add mod">
          <ac:chgData name="Elladki, Rana" userId="86e9657d-2d62-4ca1-a76f-28c463fa0ed8" providerId="ADAL" clId="{60D826FD-3343-4B02-B345-CE3988156E0A}" dt="2025-11-18T20:37:39.247" v="3021" actId="14100"/>
          <ac:spMkLst>
            <pc:docMk/>
            <pc:sldMk cId="3828672098" sldId="270"/>
            <ac:spMk id="11" creationId="{F07FCCD7-F07C-8FBF-6AB8-DC3BC9595D5B}"/>
          </ac:spMkLst>
        </pc:spChg>
        <pc:spChg chg="add mod">
          <ac:chgData name="Elladki, Rana" userId="86e9657d-2d62-4ca1-a76f-28c463fa0ed8" providerId="ADAL" clId="{60D826FD-3343-4B02-B345-CE3988156E0A}" dt="2025-11-18T20:38:45.949" v="3036" actId="1076"/>
          <ac:spMkLst>
            <pc:docMk/>
            <pc:sldMk cId="3828672098" sldId="270"/>
            <ac:spMk id="12" creationId="{22BE55F3-B600-FB92-27BB-0B2F4AD24FCE}"/>
          </ac:spMkLst>
        </pc:spChg>
        <pc:spChg chg="add mod">
          <ac:chgData name="Elladki, Rana" userId="86e9657d-2d62-4ca1-a76f-28c463fa0ed8" providerId="ADAL" clId="{60D826FD-3343-4B02-B345-CE3988156E0A}" dt="2025-11-18T20:38:36.614" v="3034" actId="14100"/>
          <ac:spMkLst>
            <pc:docMk/>
            <pc:sldMk cId="3828672098" sldId="270"/>
            <ac:spMk id="14" creationId="{CB818E1F-1444-660A-BCB7-AED9C7F73734}"/>
          </ac:spMkLst>
        </pc:spChg>
        <pc:spChg chg="add mod">
          <ac:chgData name="Elladki, Rana" userId="86e9657d-2d62-4ca1-a76f-28c463fa0ed8" providerId="ADAL" clId="{60D826FD-3343-4B02-B345-CE3988156E0A}" dt="2025-11-18T20:39:11.815" v="3042" actId="1076"/>
          <ac:spMkLst>
            <pc:docMk/>
            <pc:sldMk cId="3828672098" sldId="270"/>
            <ac:spMk id="16" creationId="{872E842A-31DF-EC56-D01E-B038C28F9CDB}"/>
          </ac:spMkLst>
        </pc:spChg>
        <pc:picChg chg="add mod">
          <ac:chgData name="Elladki, Rana" userId="86e9657d-2d62-4ca1-a76f-28c463fa0ed8" providerId="ADAL" clId="{60D826FD-3343-4B02-B345-CE3988156E0A}" dt="2025-11-18T20:39:05.470" v="3041" actId="1076"/>
          <ac:picMkLst>
            <pc:docMk/>
            <pc:sldMk cId="3828672098" sldId="270"/>
            <ac:picMk id="6" creationId="{856C2150-39BD-0885-5CAC-1080FC2F1662}"/>
          </ac:picMkLst>
        </pc:picChg>
        <pc:picChg chg="add mod">
          <ac:chgData name="Elladki, Rana" userId="86e9657d-2d62-4ca1-a76f-28c463fa0ed8" providerId="ADAL" clId="{60D826FD-3343-4B02-B345-CE3988156E0A}" dt="2025-11-18T20:37:52.046" v="3026" actId="1076"/>
          <ac:picMkLst>
            <pc:docMk/>
            <pc:sldMk cId="3828672098" sldId="270"/>
            <ac:picMk id="8" creationId="{93A0BBD2-E254-46EB-60FF-C001684C8B46}"/>
          </ac:picMkLst>
        </pc:picChg>
      </pc:sldChg>
      <pc:sldChg chg="modNotesTx">
        <pc:chgData name="Elladki, Rana" userId="86e9657d-2d62-4ca1-a76f-28c463fa0ed8" providerId="ADAL" clId="{60D826FD-3343-4B02-B345-CE3988156E0A}" dt="2025-12-01T14:09:49.651" v="8473" actId="20577"/>
        <pc:sldMkLst>
          <pc:docMk/>
          <pc:sldMk cId="1067554690" sldId="271"/>
        </pc:sldMkLst>
      </pc:sldChg>
      <pc:sldChg chg="modSp mod modNotesTx">
        <pc:chgData name="Elladki, Rana" userId="86e9657d-2d62-4ca1-a76f-28c463fa0ed8" providerId="ADAL" clId="{60D826FD-3343-4B02-B345-CE3988156E0A}" dt="2025-12-01T14:09:24.925" v="8395" actId="20577"/>
        <pc:sldMkLst>
          <pc:docMk/>
          <pc:sldMk cId="1088976951" sldId="273"/>
        </pc:sldMkLst>
        <pc:spChg chg="mod">
          <ac:chgData name="Elladki, Rana" userId="86e9657d-2d62-4ca1-a76f-28c463fa0ed8" providerId="ADAL" clId="{60D826FD-3343-4B02-B345-CE3988156E0A}" dt="2025-12-01T14:05:17.182" v="7443" actId="20577"/>
          <ac:spMkLst>
            <pc:docMk/>
            <pc:sldMk cId="1088976951" sldId="273"/>
            <ac:spMk id="5" creationId="{AAA0F3B9-230E-DEB0-E367-BF163DB74D05}"/>
          </ac:spMkLst>
        </pc:spChg>
      </pc:sldChg>
      <pc:sldChg chg="delSp modSp add mod modNotesTx">
        <pc:chgData name="Elladki, Rana" userId="86e9657d-2d62-4ca1-a76f-28c463fa0ed8" providerId="ADAL" clId="{60D826FD-3343-4B02-B345-CE3988156E0A}" dt="2025-12-01T13:57:00.873" v="6549" actId="20577"/>
        <pc:sldMkLst>
          <pc:docMk/>
          <pc:sldMk cId="2359155609" sldId="274"/>
        </pc:sldMkLst>
        <pc:spChg chg="mod">
          <ac:chgData name="Elladki, Rana" userId="86e9657d-2d62-4ca1-a76f-28c463fa0ed8" providerId="ADAL" clId="{60D826FD-3343-4B02-B345-CE3988156E0A}" dt="2025-12-01T13:50:52.701" v="5774" actId="20577"/>
          <ac:spMkLst>
            <pc:docMk/>
            <pc:sldMk cId="2359155609" sldId="274"/>
            <ac:spMk id="2" creationId="{0DA3CE58-6DAE-89AB-BEFE-18CBCCB4F818}"/>
          </ac:spMkLst>
        </pc:spChg>
        <pc:spChg chg="mod">
          <ac:chgData name="Elladki, Rana" userId="86e9657d-2d62-4ca1-a76f-28c463fa0ed8" providerId="ADAL" clId="{60D826FD-3343-4B02-B345-CE3988156E0A}" dt="2025-12-01T13:53:19.243" v="6024" actId="20577"/>
          <ac:spMkLst>
            <pc:docMk/>
            <pc:sldMk cId="2359155609" sldId="274"/>
            <ac:spMk id="6" creationId="{A7F734F4-31CA-6450-4449-6550D62B70A0}"/>
          </ac:spMkLst>
        </pc:spChg>
        <pc:picChg chg="del">
          <ac:chgData name="Elladki, Rana" userId="86e9657d-2d62-4ca1-a76f-28c463fa0ed8" providerId="ADAL" clId="{60D826FD-3343-4B02-B345-CE3988156E0A}" dt="2025-12-01T13:50:56.264" v="5775" actId="478"/>
          <ac:picMkLst>
            <pc:docMk/>
            <pc:sldMk cId="2359155609" sldId="274"/>
            <ac:picMk id="5" creationId="{C23B8228-1F23-3274-3A07-84BDAAAAED1E}"/>
          </ac:picMkLst>
        </pc:picChg>
      </pc:sldChg>
      <pc:sldMasterChg chg="addSp modSp mod modSldLayout">
        <pc:chgData name="Elladki, Rana" userId="86e9657d-2d62-4ca1-a76f-28c463fa0ed8" providerId="ADAL" clId="{60D826FD-3343-4B02-B345-CE3988156E0A}" dt="2025-11-18T19:23:50.651" v="50" actId="1076"/>
        <pc:sldMasterMkLst>
          <pc:docMk/>
          <pc:sldMasterMk cId="2708376739" sldId="2147483648"/>
        </pc:sldMasterMkLst>
        <pc:spChg chg="mod">
          <ac:chgData name="Elladki, Rana" userId="86e9657d-2d62-4ca1-a76f-28c463fa0ed8" providerId="ADAL" clId="{60D826FD-3343-4B02-B345-CE3988156E0A}" dt="2025-11-18T19:20:48.568" v="16" actId="2711"/>
          <ac:spMkLst>
            <pc:docMk/>
            <pc:sldMasterMk cId="2708376739" sldId="2147483648"/>
            <ac:spMk id="6" creationId="{080A7DED-1FD4-FEA3-E27D-2F3BA041A16F}"/>
          </ac:spMkLst>
        </pc:spChg>
        <pc:picChg chg="add mod">
          <ac:chgData name="Elladki, Rana" userId="86e9657d-2d62-4ca1-a76f-28c463fa0ed8" providerId="ADAL" clId="{60D826FD-3343-4B02-B345-CE3988156E0A}" dt="2025-11-18T19:23:50.651" v="50" actId="1076"/>
          <ac:picMkLst>
            <pc:docMk/>
            <pc:sldMasterMk cId="2708376739" sldId="2147483648"/>
            <ac:picMk id="2050" creationId="{31EA7211-14D6-B8AE-9D2E-58DF5B3370CA}"/>
          </ac:picMkLst>
        </pc:picChg>
        <pc:sldLayoutChg chg="modSp mod">
          <pc:chgData name="Elladki, Rana" userId="86e9657d-2d62-4ca1-a76f-28c463fa0ed8" providerId="ADAL" clId="{60D826FD-3343-4B02-B345-CE3988156E0A}" dt="2025-11-18T19:23:22.750" v="41" actId="1076"/>
          <pc:sldLayoutMkLst>
            <pc:docMk/>
            <pc:sldMasterMk cId="2708376739" sldId="2147483648"/>
            <pc:sldLayoutMk cId="3878488698" sldId="2147483649"/>
          </pc:sldLayoutMkLst>
          <pc:spChg chg="mod">
            <ac:chgData name="Elladki, Rana" userId="86e9657d-2d62-4ca1-a76f-28c463fa0ed8" providerId="ADAL" clId="{60D826FD-3343-4B02-B345-CE3988156E0A}" dt="2025-11-18T19:23:22.750" v="41" actId="1076"/>
            <ac:spMkLst>
              <pc:docMk/>
              <pc:sldMasterMk cId="2708376739" sldId="2147483648"/>
              <pc:sldLayoutMk cId="3878488698" sldId="2147483649"/>
              <ac:spMk id="6" creationId="{E77F3965-FCB0-488D-9BAB-60568D45C3BF}"/>
            </ac:spMkLst>
          </pc:spChg>
        </pc:sldLayoutChg>
      </pc:sldMasterChg>
    </pc:docChg>
  </pc:docChgLst>
  <pc:docChgLst>
    <pc:chgData name="Elladki, Rana" userId="86e9657d-2d62-4ca1-a76f-28c463fa0ed8" providerId="ADAL" clId="{C88A3287-473E-4654-9311-C65235204207}"/>
    <pc:docChg chg="undo custSel addSld delSld modSld sldOrd">
      <pc:chgData name="Elladki, Rana" userId="86e9657d-2d62-4ca1-a76f-28c463fa0ed8" providerId="ADAL" clId="{C88A3287-473E-4654-9311-C65235204207}" dt="2025-11-30T01:24:27.375" v="6632"/>
      <pc:docMkLst>
        <pc:docMk/>
      </pc:docMkLst>
      <pc:sldChg chg="modSp mod modNotesTx">
        <pc:chgData name="Elladki, Rana" userId="86e9657d-2d62-4ca1-a76f-28c463fa0ed8" providerId="ADAL" clId="{C88A3287-473E-4654-9311-C65235204207}" dt="2025-11-29T20:29:21.726" v="887" actId="20577"/>
        <pc:sldMkLst>
          <pc:docMk/>
          <pc:sldMk cId="1594936613" sldId="257"/>
        </pc:sldMkLst>
        <pc:spChg chg="mod">
          <ac:chgData name="Elladki, Rana" userId="86e9657d-2d62-4ca1-a76f-28c463fa0ed8" providerId="ADAL" clId="{C88A3287-473E-4654-9311-C65235204207}" dt="2025-11-29T20:29:21.726" v="887" actId="20577"/>
          <ac:spMkLst>
            <pc:docMk/>
            <pc:sldMk cId="1594936613" sldId="257"/>
            <ac:spMk id="3" creationId="{6AF32F51-751E-6A8F-7D4B-06E365D12F1E}"/>
          </ac:spMkLst>
        </pc:spChg>
      </pc:sldChg>
      <pc:sldChg chg="modSp mod ord modNotesTx">
        <pc:chgData name="Elladki, Rana" userId="86e9657d-2d62-4ca1-a76f-28c463fa0ed8" providerId="ADAL" clId="{C88A3287-473E-4654-9311-C65235204207}" dt="2025-11-29T20:30:33.719" v="1179" actId="20577"/>
        <pc:sldMkLst>
          <pc:docMk/>
          <pc:sldMk cId="1484054001" sldId="258"/>
        </pc:sldMkLst>
        <pc:spChg chg="mod">
          <ac:chgData name="Elladki, Rana" userId="86e9657d-2d62-4ca1-a76f-28c463fa0ed8" providerId="ADAL" clId="{C88A3287-473E-4654-9311-C65235204207}" dt="2025-11-29T20:30:33.719" v="1179" actId="20577"/>
          <ac:spMkLst>
            <pc:docMk/>
            <pc:sldMk cId="1484054001" sldId="258"/>
            <ac:spMk id="3" creationId="{A38DE36C-A975-4639-3DDC-CCAB918F0F4F}"/>
          </ac:spMkLst>
        </pc:spChg>
      </pc:sldChg>
      <pc:sldChg chg="modNotesTx">
        <pc:chgData name="Elladki, Rana" userId="86e9657d-2d62-4ca1-a76f-28c463fa0ed8" providerId="ADAL" clId="{C88A3287-473E-4654-9311-C65235204207}" dt="2025-11-29T20:35:04.996" v="2279" actId="20577"/>
        <pc:sldMkLst>
          <pc:docMk/>
          <pc:sldMk cId="990026199" sldId="259"/>
        </pc:sldMkLst>
      </pc:sldChg>
      <pc:sldChg chg="modSp mod modNotesTx">
        <pc:chgData name="Elladki, Rana" userId="86e9657d-2d62-4ca1-a76f-28c463fa0ed8" providerId="ADAL" clId="{C88A3287-473E-4654-9311-C65235204207}" dt="2025-11-29T20:39:14.864" v="2916" actId="20577"/>
        <pc:sldMkLst>
          <pc:docMk/>
          <pc:sldMk cId="3429223787" sldId="260"/>
        </pc:sldMkLst>
        <pc:spChg chg="mod">
          <ac:chgData name="Elladki, Rana" userId="86e9657d-2d62-4ca1-a76f-28c463fa0ed8" providerId="ADAL" clId="{C88A3287-473E-4654-9311-C65235204207}" dt="2025-11-29T20:37:06.856" v="2509" actId="20577"/>
          <ac:spMkLst>
            <pc:docMk/>
            <pc:sldMk cId="3429223787" sldId="260"/>
            <ac:spMk id="3" creationId="{46BDCA9E-A677-63B6-699B-1011F6CC6421}"/>
          </ac:spMkLst>
        </pc:spChg>
      </pc:sldChg>
      <pc:sldChg chg="modNotesTx">
        <pc:chgData name="Elladki, Rana" userId="86e9657d-2d62-4ca1-a76f-28c463fa0ed8" providerId="ADAL" clId="{C88A3287-473E-4654-9311-C65235204207}" dt="2025-11-29T20:41:16.524" v="3380" actId="20577"/>
        <pc:sldMkLst>
          <pc:docMk/>
          <pc:sldMk cId="3441817434" sldId="265"/>
        </pc:sldMkLst>
      </pc:sldChg>
      <pc:sldChg chg="modSp mod modNotesTx">
        <pc:chgData name="Elladki, Rana" userId="86e9657d-2d62-4ca1-a76f-28c463fa0ed8" providerId="ADAL" clId="{C88A3287-473E-4654-9311-C65235204207}" dt="2025-11-29T20:45:57.143" v="4455" actId="20577"/>
        <pc:sldMkLst>
          <pc:docMk/>
          <pc:sldMk cId="3821932918" sldId="266"/>
        </pc:sldMkLst>
        <pc:spChg chg="mod">
          <ac:chgData name="Elladki, Rana" userId="86e9657d-2d62-4ca1-a76f-28c463fa0ed8" providerId="ADAL" clId="{C88A3287-473E-4654-9311-C65235204207}" dt="2025-11-29T20:44:07.482" v="4086" actId="20577"/>
          <ac:spMkLst>
            <pc:docMk/>
            <pc:sldMk cId="3821932918" sldId="266"/>
            <ac:spMk id="3" creationId="{DB7C9D41-1764-BFF2-E22C-6B1B9A58FDF4}"/>
          </ac:spMkLst>
        </pc:spChg>
      </pc:sldChg>
      <pc:sldChg chg="modNotesTx">
        <pc:chgData name="Elladki, Rana" userId="86e9657d-2d62-4ca1-a76f-28c463fa0ed8" providerId="ADAL" clId="{C88A3287-473E-4654-9311-C65235204207}" dt="2025-11-29T20:49:01.876" v="5028" actId="20577"/>
        <pc:sldMkLst>
          <pc:docMk/>
          <pc:sldMk cId="1001816862" sldId="267"/>
        </pc:sldMkLst>
      </pc:sldChg>
      <pc:sldChg chg="modNotesTx">
        <pc:chgData name="Elladki, Rana" userId="86e9657d-2d62-4ca1-a76f-28c463fa0ed8" providerId="ADAL" clId="{C88A3287-473E-4654-9311-C65235204207}" dt="2025-11-30T01:16:35.099" v="6378" actId="20577"/>
        <pc:sldMkLst>
          <pc:docMk/>
          <pc:sldMk cId="533855846" sldId="268"/>
        </pc:sldMkLst>
      </pc:sldChg>
      <pc:sldChg chg="modNotesTx">
        <pc:chgData name="Elladki, Rana" userId="86e9657d-2d62-4ca1-a76f-28c463fa0ed8" providerId="ADAL" clId="{C88A3287-473E-4654-9311-C65235204207}" dt="2025-11-30T01:11:59.364" v="6376" actId="20577"/>
        <pc:sldMkLst>
          <pc:docMk/>
          <pc:sldMk cId="300737596" sldId="269"/>
        </pc:sldMkLst>
      </pc:sldChg>
      <pc:sldChg chg="addSp modSp mod modAnim modNotesTx">
        <pc:chgData name="Elladki, Rana" userId="86e9657d-2d62-4ca1-a76f-28c463fa0ed8" providerId="ADAL" clId="{C88A3287-473E-4654-9311-C65235204207}" dt="2025-11-30T01:24:27.375" v="6632"/>
        <pc:sldMkLst>
          <pc:docMk/>
          <pc:sldMk cId="3828672098" sldId="270"/>
        </pc:sldMkLst>
        <pc:spChg chg="mod">
          <ac:chgData name="Elladki, Rana" userId="86e9657d-2d62-4ca1-a76f-28c463fa0ed8" providerId="ADAL" clId="{C88A3287-473E-4654-9311-C65235204207}" dt="2025-11-25T14:24:28.821" v="63" actId="20577"/>
          <ac:spMkLst>
            <pc:docMk/>
            <pc:sldMk cId="3828672098" sldId="270"/>
            <ac:spMk id="2" creationId="{4FD1FFCA-9C19-98A5-C7B9-B8F47CD72E40}"/>
          </ac:spMkLst>
        </pc:spChg>
        <pc:spChg chg="add mod">
          <ac:chgData name="Elladki, Rana" userId="86e9657d-2d62-4ca1-a76f-28c463fa0ed8" providerId="ADAL" clId="{C88A3287-473E-4654-9311-C65235204207}" dt="2025-11-25T14:25:06.674" v="84" actId="2711"/>
          <ac:spMkLst>
            <pc:docMk/>
            <pc:sldMk cId="3828672098" sldId="270"/>
            <ac:spMk id="5" creationId="{86DD97B8-6BD2-C1E9-17A0-D9DCB7F0E35E}"/>
          </ac:spMkLst>
        </pc:spChg>
        <pc:spChg chg="mod">
          <ac:chgData name="Elladki, Rana" userId="86e9657d-2d62-4ca1-a76f-28c463fa0ed8" providerId="ADAL" clId="{C88A3287-473E-4654-9311-C65235204207}" dt="2025-11-25T14:24:20.891" v="59" actId="164"/>
          <ac:spMkLst>
            <pc:docMk/>
            <pc:sldMk cId="3828672098" sldId="270"/>
            <ac:spMk id="9" creationId="{1C558E9F-031C-AB9E-DCEB-EFD2CC53706F}"/>
          </ac:spMkLst>
        </pc:spChg>
        <pc:spChg chg="mod">
          <ac:chgData name="Elladki, Rana" userId="86e9657d-2d62-4ca1-a76f-28c463fa0ed8" providerId="ADAL" clId="{C88A3287-473E-4654-9311-C65235204207}" dt="2025-11-25T14:24:20.891" v="59" actId="164"/>
          <ac:spMkLst>
            <pc:docMk/>
            <pc:sldMk cId="3828672098" sldId="270"/>
            <ac:spMk id="10" creationId="{7F1FE1CA-7E07-3314-5DDB-144E8CE30151}"/>
          </ac:spMkLst>
        </pc:spChg>
        <pc:spChg chg="mod">
          <ac:chgData name="Elladki, Rana" userId="86e9657d-2d62-4ca1-a76f-28c463fa0ed8" providerId="ADAL" clId="{C88A3287-473E-4654-9311-C65235204207}" dt="2025-11-25T14:24:20.891" v="59" actId="164"/>
          <ac:spMkLst>
            <pc:docMk/>
            <pc:sldMk cId="3828672098" sldId="270"/>
            <ac:spMk id="11" creationId="{F07FCCD7-F07C-8FBF-6AB8-DC3BC9595D5B}"/>
          </ac:spMkLst>
        </pc:spChg>
        <pc:grpChg chg="add mod">
          <ac:chgData name="Elladki, Rana" userId="86e9657d-2d62-4ca1-a76f-28c463fa0ed8" providerId="ADAL" clId="{C88A3287-473E-4654-9311-C65235204207}" dt="2025-11-25T14:24:25.890" v="61" actId="1076"/>
          <ac:grpSpMkLst>
            <pc:docMk/>
            <pc:sldMk cId="3828672098" sldId="270"/>
            <ac:grpSpMk id="3" creationId="{B00EDD92-3E7F-CD91-9A5A-53F21F2FAC4F}"/>
          </ac:grpSpMkLst>
        </pc:grpChg>
        <pc:picChg chg="mod">
          <ac:chgData name="Elladki, Rana" userId="86e9657d-2d62-4ca1-a76f-28c463fa0ed8" providerId="ADAL" clId="{C88A3287-473E-4654-9311-C65235204207}" dt="2025-11-25T14:24:20.891" v="59" actId="164"/>
          <ac:picMkLst>
            <pc:docMk/>
            <pc:sldMk cId="3828672098" sldId="270"/>
            <ac:picMk id="8" creationId="{93A0BBD2-E254-46EB-60FF-C001684C8B46}"/>
          </ac:picMkLst>
        </pc:picChg>
      </pc:sldChg>
      <pc:sldChg chg="delSp modSp add mod ord">
        <pc:chgData name="Elladki, Rana" userId="86e9657d-2d62-4ca1-a76f-28c463fa0ed8" providerId="ADAL" clId="{C88A3287-473E-4654-9311-C65235204207}" dt="2025-11-25T13:37:42.036" v="23" actId="1076"/>
        <pc:sldMkLst>
          <pc:docMk/>
          <pc:sldMk cId="1067554690" sldId="271"/>
        </pc:sldMkLst>
        <pc:spChg chg="mod">
          <ac:chgData name="Elladki, Rana" userId="86e9657d-2d62-4ca1-a76f-28c463fa0ed8" providerId="ADAL" clId="{C88A3287-473E-4654-9311-C65235204207}" dt="2025-11-25T13:37:42.036" v="23" actId="1076"/>
          <ac:spMkLst>
            <pc:docMk/>
            <pc:sldMk cId="1067554690" sldId="271"/>
            <ac:spMk id="2" creationId="{4F9CA003-B047-B82E-5040-33E03369D394}"/>
          </ac:spMkLst>
        </pc:spChg>
      </pc:sldChg>
      <pc:sldChg chg="new del">
        <pc:chgData name="Elladki, Rana" userId="86e9657d-2d62-4ca1-a76f-28c463fa0ed8" providerId="ADAL" clId="{C88A3287-473E-4654-9311-C65235204207}" dt="2025-11-30T01:19:46.445" v="6380" actId="47"/>
        <pc:sldMkLst>
          <pc:docMk/>
          <pc:sldMk cId="3651763456" sldId="272"/>
        </pc:sldMkLst>
      </pc:sldChg>
      <pc:sldChg chg="delSp modSp add mod delAnim modNotesTx">
        <pc:chgData name="Elladki, Rana" userId="86e9657d-2d62-4ca1-a76f-28c463fa0ed8" providerId="ADAL" clId="{C88A3287-473E-4654-9311-C65235204207}" dt="2025-11-30T01:24:04.736" v="6629" actId="20577"/>
        <pc:sldMkLst>
          <pc:docMk/>
          <pc:sldMk cId="1088976951" sldId="273"/>
        </pc:sldMkLst>
        <pc:spChg chg="mod">
          <ac:chgData name="Elladki, Rana" userId="86e9657d-2d62-4ca1-a76f-28c463fa0ed8" providerId="ADAL" clId="{C88A3287-473E-4654-9311-C65235204207}" dt="2025-11-30T01:19:55.615" v="6401" actId="20577"/>
          <ac:spMkLst>
            <pc:docMk/>
            <pc:sldMk cId="1088976951" sldId="273"/>
            <ac:spMk id="2" creationId="{604FCEDC-0A34-BCD4-0214-E408E1CDA94C}"/>
          </ac:spMkLst>
        </pc:spChg>
        <pc:spChg chg="mod">
          <ac:chgData name="Elladki, Rana" userId="86e9657d-2d62-4ca1-a76f-28c463fa0ed8" providerId="ADAL" clId="{C88A3287-473E-4654-9311-C65235204207}" dt="2025-11-30T01:23:09.070" v="6625" actId="2710"/>
          <ac:spMkLst>
            <pc:docMk/>
            <pc:sldMk cId="1088976951" sldId="273"/>
            <ac:spMk id="5" creationId="{AAA0F3B9-230E-DEB0-E367-BF163DB74D05}"/>
          </ac:spMkLst>
        </pc:spChg>
        <pc:spChg chg="del">
          <ac:chgData name="Elladki, Rana" userId="86e9657d-2d62-4ca1-a76f-28c463fa0ed8" providerId="ADAL" clId="{C88A3287-473E-4654-9311-C65235204207}" dt="2025-11-30T01:20:03.897" v="6404" actId="478"/>
          <ac:spMkLst>
            <pc:docMk/>
            <pc:sldMk cId="1088976951" sldId="273"/>
            <ac:spMk id="12" creationId="{EEBEA19D-881A-8222-664F-CD42BD1DD3A7}"/>
          </ac:spMkLst>
        </pc:spChg>
        <pc:spChg chg="del">
          <ac:chgData name="Elladki, Rana" userId="86e9657d-2d62-4ca1-a76f-28c463fa0ed8" providerId="ADAL" clId="{C88A3287-473E-4654-9311-C65235204207}" dt="2025-11-30T01:20:03.897" v="6404" actId="478"/>
          <ac:spMkLst>
            <pc:docMk/>
            <pc:sldMk cId="1088976951" sldId="273"/>
            <ac:spMk id="14" creationId="{C66A767B-5A71-D8D9-A82A-F00571D4FD71}"/>
          </ac:spMkLst>
        </pc:spChg>
        <pc:spChg chg="del">
          <ac:chgData name="Elladki, Rana" userId="86e9657d-2d62-4ca1-a76f-28c463fa0ed8" providerId="ADAL" clId="{C88A3287-473E-4654-9311-C65235204207}" dt="2025-11-30T01:20:03.897" v="6404" actId="478"/>
          <ac:spMkLst>
            <pc:docMk/>
            <pc:sldMk cId="1088976951" sldId="273"/>
            <ac:spMk id="16" creationId="{82003078-7280-A481-730D-7D405F1027F0}"/>
          </ac:spMkLst>
        </pc:spChg>
        <pc:grpChg chg="del">
          <ac:chgData name="Elladki, Rana" userId="86e9657d-2d62-4ca1-a76f-28c463fa0ed8" providerId="ADAL" clId="{C88A3287-473E-4654-9311-C65235204207}" dt="2025-11-30T01:19:58.090" v="6402" actId="478"/>
          <ac:grpSpMkLst>
            <pc:docMk/>
            <pc:sldMk cId="1088976951" sldId="273"/>
            <ac:grpSpMk id="3" creationId="{76971554-F4B6-41CA-6F95-66E6D9DAD752}"/>
          </ac:grpSpMkLst>
        </pc:grpChg>
        <pc:picChg chg="del">
          <ac:chgData name="Elladki, Rana" userId="86e9657d-2d62-4ca1-a76f-28c463fa0ed8" providerId="ADAL" clId="{C88A3287-473E-4654-9311-C65235204207}" dt="2025-11-30T01:20:00.043" v="6403" actId="478"/>
          <ac:picMkLst>
            <pc:docMk/>
            <pc:sldMk cId="1088976951" sldId="273"/>
            <ac:picMk id="6" creationId="{FCD8B3BE-12B7-2C3A-092E-F028DAA0B2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D337E-37EF-4914-A292-3D3C355225A5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673F-87CE-4844-8175-1C926B907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3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Good morning everyone, my name is Rana and today I will be presenting my project on predicting the radius of gyration of small molecules using 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47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radius of gyration is a structural property used to describe the size of polymers of any architecture.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Although it is often associated with polymers, we can also use it to describe small molecules.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Molecular dynamics and density functional theory can be used to calculate the radius of gyration, but these methods are computationally expensive, especially for larger systems.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So, my project explores whether we can use molecular descriptors and machine learning models to predict RG2 quickly and accurately. </a:t>
            </a:r>
          </a:p>
          <a:p>
            <a:pPr marL="171450" indent="-171450">
              <a:buFontTx/>
              <a:buChar char="-"/>
            </a:pPr>
            <a:r>
              <a:rPr lang="en-US" dirty="0"/>
              <a:t>Ultimately, the goal is to support fast materials design or molecule screening based on predicted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45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Therefore, the main research question this project aims to answer is: which supervised machine learning model can provide the best radius of gyration predictions for small molecules, and which features have the largest impact on these predictions?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29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Starting with an outline of our machine learning workflow, I began by defining the problem as a machine learning problem, as shown on the previous slide.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Then, I collected a dataset of small molecules, followed by exploratory data analysis.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data was then split, and features were engineered as necessary.</a:t>
            </a:r>
          </a:p>
          <a:p>
            <a:pPr marL="171450" indent="-171450">
              <a:buFontTx/>
              <a:buChar char="-"/>
            </a:pPr>
            <a:r>
              <a:rPr lang="en-US" dirty="0"/>
              <a:t>After that, selected and trained different models.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Each model is then validated, where it is decided whether to deploy the model if it is optimal or perform parameter tuning and retraining if necessary. 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the sake of time, I will skip the data extraction and EDA and jump into our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8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this project, I evaluated 5 different models.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Two were linear regression models, one using filtered features, and another using filtered plus log-transformed features.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other 3 were neural networks, using the same feature sets, with an additional variant that used feature scaling. </a:t>
            </a:r>
          </a:p>
          <a:p>
            <a:pPr marL="0" indent="0"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92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All models were built using the scikit learn library.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Linear regression models were implemented using </a:t>
            </a:r>
            <a:r>
              <a:rPr lang="en-US" dirty="0" err="1"/>
              <a:t>LinearRegression</a:t>
            </a:r>
            <a:r>
              <a:rPr lang="en-US" dirty="0"/>
              <a:t> from scikit </a:t>
            </a:r>
            <a:r>
              <a:rPr lang="en-US" dirty="0" err="1"/>
              <a:t>learn’s</a:t>
            </a:r>
            <a:r>
              <a:rPr lang="en-US" dirty="0"/>
              <a:t> </a:t>
            </a:r>
            <a:r>
              <a:rPr lang="en-US" dirty="0" err="1"/>
              <a:t>linear_model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ANNs were slightly more complicated and were implemented using </a:t>
            </a:r>
            <a:r>
              <a:rPr lang="en-US" dirty="0" err="1"/>
              <a:t>MLPRegressor</a:t>
            </a:r>
            <a:r>
              <a:rPr lang="en-US" dirty="0"/>
              <a:t> from scikit </a:t>
            </a:r>
            <a:r>
              <a:rPr lang="en-US" dirty="0" err="1"/>
              <a:t>learn’s</a:t>
            </a:r>
            <a:r>
              <a:rPr lang="en-US" dirty="0"/>
              <a:t> neural network with a </a:t>
            </a:r>
            <a:r>
              <a:rPr lang="en-US" dirty="0" err="1"/>
              <a:t>ReLU</a:t>
            </a:r>
            <a:r>
              <a:rPr lang="en-US" dirty="0"/>
              <a:t> activation function and the ADAM optimizer. </a:t>
            </a:r>
          </a:p>
          <a:p>
            <a:pPr marL="171450" indent="-171450">
              <a:buFontTx/>
              <a:buChar char="-"/>
            </a:pPr>
            <a:r>
              <a:rPr lang="en-US" dirty="0"/>
              <a:t>I also used </a:t>
            </a:r>
            <a:r>
              <a:rPr lang="en-US" dirty="0" err="1"/>
              <a:t>GridSearchCV</a:t>
            </a:r>
            <a:r>
              <a:rPr lang="en-US" dirty="0"/>
              <a:t> to perform hyperparameter tuning using 5-fold cross-validation to find the best configuration for the hidden layer count and size, batch size, and learning rate, yielding the optimal model architecture without requiring manual tuning.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27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After training, all models were evaluated using standard statistical metrics. </a:t>
            </a:r>
          </a:p>
          <a:p>
            <a:pPr marL="171450" indent="-171450">
              <a:buFontTx/>
              <a:buChar char="-"/>
            </a:pPr>
            <a:r>
              <a:rPr lang="en-US"/>
              <a:t>R^2 measures how well the data fits the model</a:t>
            </a:r>
          </a:p>
          <a:p>
            <a:pPr marL="171450" indent="-171450">
              <a:buFontTx/>
              <a:buChar char="-"/>
            </a:pPr>
            <a:r>
              <a:rPr lang="en-US"/>
              <a:t>MSE measures the average of the squared differences between predicted and true values</a:t>
            </a:r>
          </a:p>
          <a:p>
            <a:pPr marL="171450" indent="-171450">
              <a:buFontTx/>
              <a:buChar char="-"/>
            </a:pPr>
            <a:r>
              <a:rPr lang="en-US"/>
              <a:t>RMSE is the square root of MSE and assigns a smaller penalty on deviations compared to MSE</a:t>
            </a:r>
          </a:p>
          <a:p>
            <a:pPr marL="171450" indent="-171450">
              <a:buFontTx/>
              <a:buChar char="-"/>
            </a:pPr>
            <a:r>
              <a:rPr lang="en-US"/>
              <a:t>MAE, measures the difference between predicted and true values and is less sensitive to outliers.</a:t>
            </a:r>
          </a:p>
          <a:p>
            <a:pPr marL="171450" indent="-171450">
              <a:buFontTx/>
              <a:buChar char="-"/>
            </a:pPr>
            <a:r>
              <a:rPr lang="en-US"/>
              <a:t>and lastly, the </a:t>
            </a:r>
            <a:r>
              <a:rPr lang="en-US" err="1"/>
              <a:t>pearson</a:t>
            </a:r>
            <a:r>
              <a:rPr lang="en-US"/>
              <a:t> correlation coefficient evaluates the correlation between the predicted and true values. </a:t>
            </a:r>
          </a:p>
          <a:p>
            <a:pPr marL="171450" indent="-171450">
              <a:buFontTx/>
              <a:buChar char="-"/>
            </a:pPr>
            <a:r>
              <a:rPr lang="en-US"/>
              <a:t>We also examined the coefficient magnitudes for the best LR model and conducted a </a:t>
            </a:r>
            <a:r>
              <a:rPr lang="en-US" err="1"/>
              <a:t>shap</a:t>
            </a:r>
            <a:r>
              <a:rPr lang="en-US"/>
              <a:t> analysis for the best ANN model, to compare feature influence on RG2 predictions.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19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To make this table easier to read, metrics shown in green mean it is better to have a bigger values and metrics shown in red mean it is better to have a smaller value.</a:t>
            </a:r>
          </a:p>
          <a:p>
            <a:pPr marL="171450" indent="-171450">
              <a:buFontTx/>
              <a:buChar char="-"/>
            </a:pPr>
            <a:r>
              <a:rPr lang="en-US" dirty="0"/>
              <a:t>Based on the statistical metrics, the ANN models outperformed LR models across all metrics. (NEXT)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model trained on standardized features achieved the best performance overall, with an R^2 of 0.93 on the testing set, the lowest error values across, and the highest Pearson correlation between the predicted and true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8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Next, we can take a look at the predicted versus true plots for the two LR models.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models performed reasonably well but showed signs of underfitting. </a:t>
            </a:r>
          </a:p>
          <a:p>
            <a:pPr marL="171450" indent="-171450">
              <a:buFontTx/>
              <a:buChar char="-"/>
            </a:pPr>
            <a:r>
              <a:rPr lang="en-US" dirty="0"/>
              <a:t>Both LR models struggled to predict large RG2 values (&gt;8), likely due to the dataset containing relatively few molecules with high RG2 values or the model failing to capture complex non-linear relationships between molecular descriptors and RG2 accurately.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log-transformed LR model performed better, but still showed underpredictions at the upper range.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1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ANN predictions show a similar trend with Model 3 underpredicting large RG2 values, but with significantly reduced deviation in models 4 and 5.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Model 3 exhibits the largest spread while models 4 and 5 align much more closely with the identity line.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When using filtered and log-transformed features, performance improves further, but the largest improvement comes from applying feature scaling. 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Neural networks are sensitive to feature magnitude, so scaling can improve performance, by ensuring all </a:t>
            </a:r>
            <a:r>
              <a:rPr lang="en-US" b="0" dirty="0" err="1"/>
              <a:t>featues</a:t>
            </a:r>
            <a:r>
              <a:rPr lang="en-US" b="0" dirty="0"/>
              <a:t> contribute equally during training.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94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F6B3-35D1-5A35-39CC-5983C80B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21195-4569-A927-2995-198D1DC3E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8DE34-CBA0-0986-F6D1-FA659581D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best performing ANN was model 5, trained on scaled features. 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Model 5’s optimal architecture yielded from </a:t>
            </a:r>
            <a:r>
              <a:rPr lang="en-US" b="0" dirty="0" err="1"/>
              <a:t>GridSearchCV</a:t>
            </a:r>
            <a:r>
              <a:rPr lang="en-US" b="0" dirty="0"/>
              <a:t>, used two hidden layers with 20 and 30 neurons, a batch size of 500, and a learning rate of 0.01.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This model provided the highest predicting accuracy and the lowest error compared to all models.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0D718-225A-F6F0-55D0-4868E768D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Lastly, I analyzed which descriptors most strongly influence RG2 predictions by examining the coefficient magnitudes for the best LR model and conducting a SHAP analysis for the best ANN model. 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Comparing the LR coefficient weights to the ANN SHAP scores, both models identified Kappa2 as the strongest feature negatively correlation with RG2, which is consistent with its interpretation as a measure of molecular branching compactness.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several features showed model-dependent importance.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example, looking at the features within the dashed rectangles, both models identified them as having a strong impact on RG2 predictions, though Phi and Chi0 were not ranked as of the same importance.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interestingly, the ANN assigned high importance to WI and kappa1, which is consistent with polymer physics. While the LR model showed little contribution from these features.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Therefore, this suggests that not only was the ANN able to capture nonlinear relationships between topological descriptors and RG2 that the LR could not, but it is also scientifically meaningful.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40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DE8A-7192-EBB2-3B57-D3E25F17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89201-CD20-A5C0-BE75-7060A5CD7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68D6C-2006-4B0B-FD1B-3789CBBD1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future work, several improvements could be implemented to strengthen model performance.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since the topological descriptors (which describe molecular structure) had the highest impact on RG2 predictions, I plan to train models directly on molecular graphs rather than using precomputed descriptors.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neural networks and convolutional neural networks can capture molecular structure more naturally.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the RG2 is geometry dependent, incorporating conformer information would also be beneficial.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few of the models also struggled to predict larger RG2 values, so a dataset containing larger molecules with higher RG2 values can impact model predictions.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database used in this project did not contain any conformers and was limited to small molecules, so in the future, I hope to expand the dataset beyond the QM9 database to include more conformers and a broader range of RG2 values.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6F147-C367-DDCB-F246-4D66852D3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80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listening, and I’d be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BD673F-87CE-4844-8175-1C926B907F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1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A6F4-AB7C-5EF3-D0B1-54090D095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4C78C-CD90-CBC8-A812-53E7A2301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B9702-07D6-3A8C-3828-6D6CD9BA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C935-C121-4C6A-99E1-D6A6483C146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1459D-7032-0177-A0DF-2FC0818B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3965-FCB0-488D-9BAB-60568D45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</a:lstStyle>
          <a:p>
            <a:fld id="{5C02A607-9958-40E6-B5D5-3878B851152C}" type="slidenum">
              <a:rPr lang="en-US" smtClean="0"/>
              <a:pPr/>
              <a:t>‹#›</a:t>
            </a:fld>
            <a:endParaRPr 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48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1949-24DF-94C5-A7F4-3C4A593E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A87E-0095-FBF0-2351-80C591FE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1EAD5-C986-8384-175A-8FD91C275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36F-E2BE-437D-A43D-2E3B9E2704A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3E716-6382-7476-3855-4C692519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765A4-380D-69F8-6B46-4E3D57B1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7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2A3A-7FE1-1190-2DD8-35CE34E4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04A3-F8D0-769A-60DA-1494103D0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A912E-EE74-2662-5198-9DF6746F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EB05-5B72-4D0F-A04B-E1C6D61FC01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642A4-9A9D-2185-3424-782AA93F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E2415-8EAA-B84F-2728-61EC1C73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32D0-6AFE-B0C7-713F-FE0C1629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DA0B-8B2F-4C69-B418-2DC7CA19E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2CD3-231C-C20A-3242-BCAEE9C9E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6F4FD-E3B1-C56A-FD96-9E833A09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B8587-B4A1-42FF-A372-74C0FE8668F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6818E-F221-7CDE-8165-C737176A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EA7FF-FA65-B80B-9902-0183EE88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3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A385-FC79-4327-C728-5CFDDD363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D00D-EED2-2861-46D2-C1BA9AA4B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C43CB-4B06-034A-4E33-A49DF5FC2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E8FB4-CE3E-4087-B786-E136AD751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5B9AF-7603-EF86-A2C9-E4D83F57A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9332C-7AC7-A8D4-D283-3A8452A3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DF3-5E9C-457A-BC59-B9E5D2E92803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C900C-1008-5E3F-8B3B-77075296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F8A85-5FD2-CA51-7C79-4186E7A2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4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5F64-190A-CB4B-98D1-FF92E427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0078D-5E20-28CA-C151-5FC9CF09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7E49-0303-4B34-9D77-88A9570710D6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A6CF8-6C95-01B8-6AB1-B02862E5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3346-7D8A-ABF0-0E70-4F43394C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FE663-49FA-F40F-9A50-52066FDC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B2D6-2FCF-4F60-AB5D-50FFA7938C49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06738-0F90-C364-2AF3-1CB0C370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E1E67-9245-376F-90FB-0A029133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8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7B66-CF91-CE35-BD2F-6304ADF9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A941E-A61D-707A-389E-3B97E2AB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2EA25-E46E-DB88-0479-39AE0DC92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3CC3D-E3AB-6E26-C305-89246D2E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BA7-D70F-4113-A5B1-D40458B9B78C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8035E-0B38-2E34-4559-6C72B640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B2D3A-9BE3-4E9F-BC1B-9B8AAF12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E14C-2493-3854-9E84-641A3D2F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E7222-4EBF-82D7-E9F1-C150FD9A8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2FA9D-4D1E-6343-9EB5-BF4839993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E03DE-D9A2-1623-16C5-F19FABF3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8F3D-9BE4-4752-9181-6FD4C11ACFF1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B248B-D38A-91B2-64A4-63DE8DA5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E54BB-E1AA-C791-47C2-52B0B94D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8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3406-684F-9B30-655A-50758A76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2F721-ABE1-8A2F-7416-E8419678A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18CAC-B443-7246-4BD8-146035A2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D1795-BFF1-4981-83C8-4E55FE1622E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0F830-C791-7B9D-6DCC-82DF53F1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D7981-5971-3F29-010F-5671E538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9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AD0D6-F43F-49BE-FEC8-21CAD5ECE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F6CA6-5274-803C-C7F8-60861506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6A29-B0AC-7B99-8BED-678B58E4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60C0-1700-4408-81C3-324F78F42DD9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76AEE-195F-C474-0A06-A1FA9275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A5F6-7E3A-C998-72D7-8D864270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4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ichigan State Logo PNG Transparent Images - PNG All">
            <a:extLst>
              <a:ext uri="{FF2B5EF4-FFF2-40B4-BE49-F238E27FC236}">
                <a16:creationId xmlns:a16="http://schemas.microsoft.com/office/drawing/2014/main" id="{31EA7211-14D6-B8AE-9D2E-58DF5B3370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120" y="6102688"/>
            <a:ext cx="1015673" cy="65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B7EED-C3E4-49C9-9BC3-FFB25FA0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997D5-A03C-243C-2D28-F99E6F3E0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5EB8-4DD7-6F83-D4FF-5CCD7EC39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E65E4-8213-4187-B081-53274006BB5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28540-0DBC-FC14-16E1-A80827432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A7DED-1FD4-FEA3-E27D-2F3BA041A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5C02A607-9958-40E6-B5D5-3878B851152C}" type="slidenum">
              <a:rPr lang="en-US" smtClean="0"/>
              <a:pPr/>
              <a:t>‹#›</a:t>
            </a:fld>
            <a:endParaRPr 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37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80E8-90E8-1394-719F-5B2A2B927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543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Garamond" panose="02020404030301010803" pitchFamily="18" charset="0"/>
              </a:rPr>
              <a:t>Predicting the Radius of Gyration of Small Molecules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B76BB-EBB8-12FD-30F1-34EC8596D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2675"/>
            <a:ext cx="9144000" cy="1311274"/>
          </a:xfrm>
        </p:spPr>
        <p:txBody>
          <a:bodyPr>
            <a:noAutofit/>
          </a:bodyPr>
          <a:lstStyle/>
          <a:p>
            <a:r>
              <a:rPr lang="en-US" sz="4000" b="1">
                <a:latin typeface="Garamond" panose="02020404030301010803" pitchFamily="18" charset="0"/>
              </a:rPr>
              <a:t>By: Rana Elladki</a:t>
            </a:r>
          </a:p>
          <a:p>
            <a:r>
              <a:rPr lang="en-US" sz="4000" b="1">
                <a:latin typeface="Garamond" panose="02020404030301010803" pitchFamily="18" charset="0"/>
              </a:rPr>
              <a:t>December 2</a:t>
            </a:r>
            <a:r>
              <a:rPr lang="en-US" sz="4000" b="1" baseline="30000">
                <a:latin typeface="Garamond" panose="02020404030301010803" pitchFamily="18" charset="0"/>
              </a:rPr>
              <a:t>nd</a:t>
            </a:r>
            <a:r>
              <a:rPr lang="en-US" sz="4000" b="1">
                <a:latin typeface="Garamond" panose="02020404030301010803" pitchFamily="18" charset="0"/>
              </a:rPr>
              <a:t>,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F9B31-3306-E23F-278F-86A511BCD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80BCF-26D0-A488-B0BB-A9483A1B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1030-C92A-1300-30FE-10D19F28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0515600" cy="1018065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Purpose/Goals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32F51-751E-6A8F-7D4B-06E365D1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latin typeface="Garamond" panose="02020404030301010803" pitchFamily="18" charset="0"/>
              </a:rPr>
              <a:t>All objects possess a radius of gyration (RG2)</a:t>
            </a:r>
          </a:p>
          <a:p>
            <a:pPr>
              <a:lnSpc>
                <a:spcPct val="150000"/>
              </a:lnSpc>
            </a:pPr>
            <a:r>
              <a:rPr lang="en-US">
                <a:latin typeface="Garamond" panose="02020404030301010803" pitchFamily="18" charset="0"/>
              </a:rPr>
              <a:t>Calculating RG2 is computationally expensive</a:t>
            </a:r>
          </a:p>
          <a:p>
            <a:pPr>
              <a:lnSpc>
                <a:spcPct val="150000"/>
              </a:lnSpc>
            </a:pPr>
            <a:r>
              <a:rPr lang="en-US">
                <a:latin typeface="Garamond" panose="02020404030301010803" pitchFamily="18" charset="0"/>
              </a:rPr>
              <a:t>Machine learning (ML) predictions of RG2 using descriptors</a:t>
            </a:r>
          </a:p>
          <a:p>
            <a:pPr>
              <a:lnSpc>
                <a:spcPct val="150000"/>
              </a:lnSpc>
            </a:pPr>
            <a:r>
              <a:rPr lang="en-US">
                <a:latin typeface="Garamond" panose="02020404030301010803" pitchFamily="18" charset="0"/>
              </a:rPr>
              <a:t>RG2 predictions for material design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69F7A-25DC-2F55-279B-B55B6DF1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3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F893-48E4-3AFC-B515-6026C71E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5CA6-EE09-7269-903A-036DFFA5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257"/>
            <a:ext cx="10515600" cy="977424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E36C-A975-4639-3DDC-CCAB918F0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5199"/>
            <a:ext cx="10515600" cy="394176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>
                <a:latin typeface="Garamond" panose="02020404030301010803" pitchFamily="18" charset="0"/>
              </a:rPr>
              <a:t>Which supervised machine learning model can provide the best radius of gyration predictions for small molecules, and which features have the largest impact on these predictions?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9FBCB-AFB6-1B5B-B9C7-223BBC51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5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9A46-F7D1-370F-F49D-7A251A4E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078F-0F4D-2F0E-1C9D-4F49F391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1719560" cy="981703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Outline of Machine Learning (ML)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A3143-5CEB-03D2-3821-74F3AF99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08B295-F54A-A537-1CB3-6E6569A18193}"/>
              </a:ext>
            </a:extLst>
          </p:cNvPr>
          <p:cNvGrpSpPr/>
          <p:nvPr/>
        </p:nvGrpSpPr>
        <p:grpSpPr>
          <a:xfrm>
            <a:off x="1168724" y="934059"/>
            <a:ext cx="9403024" cy="5787416"/>
            <a:chOff x="831840" y="934059"/>
            <a:chExt cx="9403024" cy="57874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9BB64A-4589-352A-A027-5C05C64C3EED}"/>
                </a:ext>
              </a:extLst>
            </p:cNvPr>
            <p:cNvSpPr/>
            <p:nvPr/>
          </p:nvSpPr>
          <p:spPr>
            <a:xfrm>
              <a:off x="4811730" y="3474625"/>
              <a:ext cx="1544053" cy="5257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Train model</a:t>
              </a:r>
            </a:p>
          </p:txBody>
        </p:sp>
        <p:sp>
          <p:nvSpPr>
            <p:cNvPr id="9" name="Flowchart: Terminator 8">
              <a:extLst>
                <a:ext uri="{FF2B5EF4-FFF2-40B4-BE49-F238E27FC236}">
                  <a16:creationId xmlns:a16="http://schemas.microsoft.com/office/drawing/2014/main" id="{4CC7487B-EE96-F3CE-F9F7-2A9444E1DC84}"/>
                </a:ext>
              </a:extLst>
            </p:cNvPr>
            <p:cNvSpPr/>
            <p:nvPr/>
          </p:nvSpPr>
          <p:spPr>
            <a:xfrm>
              <a:off x="831840" y="934059"/>
              <a:ext cx="2393730" cy="779771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Define problem</a:t>
              </a:r>
            </a:p>
          </p:txBody>
        </p:sp>
        <p:sp>
          <p:nvSpPr>
            <p:cNvPr id="10" name="Flowchart: Data 9">
              <a:extLst>
                <a:ext uri="{FF2B5EF4-FFF2-40B4-BE49-F238E27FC236}">
                  <a16:creationId xmlns:a16="http://schemas.microsoft.com/office/drawing/2014/main" id="{50A1F1FB-0C3E-2F4C-D41F-9A47B4EF0899}"/>
                </a:ext>
              </a:extLst>
            </p:cNvPr>
            <p:cNvSpPr/>
            <p:nvPr/>
          </p:nvSpPr>
          <p:spPr>
            <a:xfrm>
              <a:off x="4260907" y="949951"/>
              <a:ext cx="2743200" cy="763880"/>
            </a:xfrm>
            <a:prstGeom prst="flowChartInputOut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Collect data and EDA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4FF8B3-41E4-5775-7622-F1416557BF46}"/>
                </a:ext>
              </a:extLst>
            </p:cNvPr>
            <p:cNvSpPr/>
            <p:nvPr/>
          </p:nvSpPr>
          <p:spPr>
            <a:xfrm>
              <a:off x="8118412" y="2176985"/>
              <a:ext cx="1544053" cy="77977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Engineer features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31DAB8-AF5D-8139-4BDA-B3F046B7F9B3}"/>
                </a:ext>
              </a:extLst>
            </p:cNvPr>
            <p:cNvSpPr/>
            <p:nvPr/>
          </p:nvSpPr>
          <p:spPr>
            <a:xfrm>
              <a:off x="4811729" y="2126486"/>
              <a:ext cx="1544053" cy="856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Select model</a:t>
              </a:r>
            </a:p>
          </p:txBody>
        </p:sp>
        <p:sp>
          <p:nvSpPr>
            <p:cNvPr id="13" name="Flowchart: Data 12">
              <a:extLst>
                <a:ext uri="{FF2B5EF4-FFF2-40B4-BE49-F238E27FC236}">
                  <a16:creationId xmlns:a16="http://schemas.microsoft.com/office/drawing/2014/main" id="{6B8A9F3A-9354-B1C9-0F46-85925782C02F}"/>
                </a:ext>
              </a:extLst>
            </p:cNvPr>
            <p:cNvSpPr/>
            <p:nvPr/>
          </p:nvSpPr>
          <p:spPr>
            <a:xfrm>
              <a:off x="8118412" y="934060"/>
              <a:ext cx="1858670" cy="779771"/>
            </a:xfrm>
            <a:prstGeom prst="flowChartInputOut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Split data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CB8BD8-BC80-0A01-7EAE-0D6EF19423BD}"/>
                </a:ext>
              </a:extLst>
            </p:cNvPr>
            <p:cNvSpPr/>
            <p:nvPr/>
          </p:nvSpPr>
          <p:spPr>
            <a:xfrm>
              <a:off x="7961103" y="3403058"/>
              <a:ext cx="1858670" cy="6642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Cross validation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2A919D-E145-E79C-F864-6801D67F7232}"/>
                </a:ext>
              </a:extLst>
            </p:cNvPr>
            <p:cNvSpPr/>
            <p:nvPr/>
          </p:nvSpPr>
          <p:spPr>
            <a:xfrm>
              <a:off x="1771856" y="3403058"/>
              <a:ext cx="1858670" cy="6642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Parameter tuning</a:t>
              </a:r>
            </a:p>
          </p:txBody>
        </p:sp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5BD1BB39-E62F-A005-10FC-5BB79727CAFC}"/>
                </a:ext>
              </a:extLst>
            </p:cNvPr>
            <p:cNvSpPr/>
            <p:nvPr/>
          </p:nvSpPr>
          <p:spPr>
            <a:xfrm>
              <a:off x="4386890" y="4331082"/>
              <a:ext cx="2393729" cy="1427747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Optimal model?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8367FA-C9BD-2DFE-EC84-906F5C695596}"/>
                </a:ext>
              </a:extLst>
            </p:cNvPr>
            <p:cNvSpPr/>
            <p:nvPr/>
          </p:nvSpPr>
          <p:spPr>
            <a:xfrm>
              <a:off x="4212154" y="6173787"/>
              <a:ext cx="2743200" cy="3651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Garamond" panose="02020404030301010803" pitchFamily="18" charset="0"/>
                </a:rPr>
                <a:t>Deploy model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524B1C8-7BE5-F8D2-25EE-6AE240E84D25}"/>
                </a:ext>
              </a:extLst>
            </p:cNvPr>
            <p:cNvCxnSpPr>
              <a:stCxn id="9" idx="3"/>
              <a:endCxn id="10" idx="2"/>
            </p:cNvCxnSpPr>
            <p:nvPr/>
          </p:nvCxnSpPr>
          <p:spPr>
            <a:xfrm>
              <a:off x="3225570" y="1323945"/>
              <a:ext cx="1309657" cy="794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C338641-EFC8-DBC0-A37E-B77789ECB0FC}"/>
                </a:ext>
              </a:extLst>
            </p:cNvPr>
            <p:cNvCxnSpPr>
              <a:cxnSpLocks/>
              <a:stCxn id="10" idx="5"/>
              <a:endCxn id="13" idx="2"/>
            </p:cNvCxnSpPr>
            <p:nvPr/>
          </p:nvCxnSpPr>
          <p:spPr>
            <a:xfrm flipV="1">
              <a:off x="6729787" y="1323946"/>
              <a:ext cx="1574492" cy="794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256FB86-8B80-9187-FC7E-150443EF21DC}"/>
                </a:ext>
              </a:extLst>
            </p:cNvPr>
            <p:cNvCxnSpPr>
              <a:cxnSpLocks/>
            </p:cNvCxnSpPr>
            <p:nvPr/>
          </p:nvCxnSpPr>
          <p:spPr>
            <a:xfrm>
              <a:off x="8919411" y="1713831"/>
              <a:ext cx="0" cy="46315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834F179-2448-82EF-B7DF-03BF991FA0E5}"/>
                </a:ext>
              </a:extLst>
            </p:cNvPr>
            <p:cNvCxnSpPr>
              <a:stCxn id="11" idx="1"/>
              <a:endCxn id="12" idx="3"/>
            </p:cNvCxnSpPr>
            <p:nvPr/>
          </p:nvCxnSpPr>
          <p:spPr>
            <a:xfrm flipH="1" flipV="1">
              <a:off x="6355782" y="2554830"/>
              <a:ext cx="1762630" cy="1204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A0FDD47-3046-8669-75A4-8A5A4821B0A6}"/>
                </a:ext>
              </a:extLst>
            </p:cNvPr>
            <p:cNvCxnSpPr>
              <a:cxnSpLocks/>
              <a:stCxn id="8" idx="2"/>
              <a:endCxn id="16" idx="0"/>
            </p:cNvCxnSpPr>
            <p:nvPr/>
          </p:nvCxnSpPr>
          <p:spPr>
            <a:xfrm flipH="1">
              <a:off x="5583755" y="4000338"/>
              <a:ext cx="2" cy="33074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71BCB5D-E911-28F3-94A7-E3C11AA01783}"/>
                </a:ext>
              </a:extLst>
            </p:cNvPr>
            <p:cNvCxnSpPr>
              <a:stCxn id="8" idx="3"/>
              <a:endCxn id="14" idx="1"/>
            </p:cNvCxnSpPr>
            <p:nvPr/>
          </p:nvCxnSpPr>
          <p:spPr>
            <a:xfrm flipV="1">
              <a:off x="6355783" y="3735178"/>
              <a:ext cx="1605320" cy="230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6A31471-4640-A2A1-E042-6A300130A7A3}"/>
                </a:ext>
              </a:extLst>
            </p:cNvPr>
            <p:cNvCxnSpPr>
              <a:stCxn id="15" idx="3"/>
              <a:endCxn id="8" idx="1"/>
            </p:cNvCxnSpPr>
            <p:nvPr/>
          </p:nvCxnSpPr>
          <p:spPr>
            <a:xfrm>
              <a:off x="3630526" y="3735178"/>
              <a:ext cx="1181204" cy="230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E802024-6F1D-2099-3188-3D35D38CF732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 flipH="1">
              <a:off x="5583754" y="5758829"/>
              <a:ext cx="1" cy="414958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F44E2C89-9791-FD05-B19C-05A22689AE3D}"/>
                </a:ext>
              </a:extLst>
            </p:cNvPr>
            <p:cNvCxnSpPr>
              <a:stCxn id="14" idx="2"/>
              <a:endCxn id="16" idx="3"/>
            </p:cNvCxnSpPr>
            <p:nvPr/>
          </p:nvCxnSpPr>
          <p:spPr>
            <a:xfrm rot="5400000">
              <a:off x="7346700" y="3501217"/>
              <a:ext cx="977659" cy="2109819"/>
            </a:xfrm>
            <a:prstGeom prst="bentConnector2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47A54050-94C2-3EF2-5B85-1631E07F34EF}"/>
                </a:ext>
              </a:extLst>
            </p:cNvPr>
            <p:cNvCxnSpPr>
              <a:stCxn id="16" idx="1"/>
              <a:endCxn id="15" idx="2"/>
            </p:cNvCxnSpPr>
            <p:nvPr/>
          </p:nvCxnSpPr>
          <p:spPr>
            <a:xfrm rot="10800000">
              <a:off x="2701192" y="4067298"/>
              <a:ext cx="1685699" cy="977658"/>
            </a:xfrm>
            <a:prstGeom prst="bentConnector2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C8B0BAD-AB69-C015-177A-4D573ACC3365}"/>
                </a:ext>
              </a:extLst>
            </p:cNvPr>
            <p:cNvCxnSpPr>
              <a:stCxn id="12" idx="2"/>
              <a:endCxn id="8" idx="0"/>
            </p:cNvCxnSpPr>
            <p:nvPr/>
          </p:nvCxnSpPr>
          <p:spPr>
            <a:xfrm>
              <a:off x="5583756" y="2983173"/>
              <a:ext cx="1" cy="491452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02E9EE-D21F-9988-8C11-BA25E3B727F5}"/>
                </a:ext>
              </a:extLst>
            </p:cNvPr>
            <p:cNvSpPr txBox="1"/>
            <p:nvPr/>
          </p:nvSpPr>
          <p:spPr>
            <a:xfrm>
              <a:off x="6096000" y="5761132"/>
              <a:ext cx="693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Garamond" panose="02020404030301010803" pitchFamily="18" charset="0"/>
                </a:rPr>
                <a:t>yes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8AC046-4F2C-607B-43FD-35015489BE76}"/>
                </a:ext>
              </a:extLst>
            </p:cNvPr>
            <p:cNvSpPr txBox="1"/>
            <p:nvPr/>
          </p:nvSpPr>
          <p:spPr>
            <a:xfrm>
              <a:off x="3283729" y="4619248"/>
              <a:ext cx="693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Garamond" panose="02020404030301010803" pitchFamily="18" charset="0"/>
                </a:rPr>
                <a:t>no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F18454-AD5D-4E74-3828-5D7BC1CB0A65}"/>
                </a:ext>
              </a:extLst>
            </p:cNvPr>
            <p:cNvSpPr/>
            <p:nvPr/>
          </p:nvSpPr>
          <p:spPr>
            <a:xfrm>
              <a:off x="1299418" y="3232259"/>
              <a:ext cx="8935446" cy="348921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002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8928-3831-0C8E-1E92-E367DA17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0C52-3E27-3C0F-F84F-6B2720AA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1719560" cy="981703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Models of Interest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32555-F856-F396-870B-AD802CA6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DCA9E-A677-63B6-699B-1011F6CC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48133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Garamond" panose="02020404030301010803" pitchFamily="18" charset="0"/>
              </a:rPr>
              <a:t>Linear Regression (LR)</a:t>
            </a:r>
          </a:p>
          <a:p>
            <a:pPr lvl="1">
              <a:lnSpc>
                <a:spcPct val="100000"/>
              </a:lnSpc>
            </a:pPr>
            <a:r>
              <a:rPr lang="en-US" sz="2800" b="1">
                <a:latin typeface="Garamond" panose="02020404030301010803" pitchFamily="18" charset="0"/>
              </a:rPr>
              <a:t>Model 1: </a:t>
            </a:r>
            <a:r>
              <a:rPr lang="en-US" sz="2800">
                <a:latin typeface="Garamond" panose="02020404030301010803" pitchFamily="18" charset="0"/>
              </a:rPr>
              <a:t>Filtered features</a:t>
            </a:r>
          </a:p>
          <a:p>
            <a:pPr lvl="1">
              <a:lnSpc>
                <a:spcPct val="100000"/>
              </a:lnSpc>
            </a:pPr>
            <a:r>
              <a:rPr lang="en-US" sz="2800" b="1">
                <a:latin typeface="Garamond" panose="02020404030301010803" pitchFamily="18" charset="0"/>
              </a:rPr>
              <a:t>Model 2: </a:t>
            </a:r>
            <a:r>
              <a:rPr lang="en-US" sz="2800">
                <a:latin typeface="Garamond" panose="02020404030301010803" pitchFamily="18" charset="0"/>
              </a:rPr>
              <a:t>Filtered + logged features</a:t>
            </a:r>
          </a:p>
          <a:p>
            <a:pPr>
              <a:lnSpc>
                <a:spcPct val="100000"/>
              </a:lnSpc>
            </a:pPr>
            <a:r>
              <a:rPr lang="en-US">
                <a:latin typeface="Garamond" panose="02020404030301010803" pitchFamily="18" charset="0"/>
              </a:rPr>
              <a:t>Artificial Neural Network (ANN)</a:t>
            </a:r>
          </a:p>
          <a:p>
            <a:pPr lvl="1">
              <a:lnSpc>
                <a:spcPct val="100000"/>
              </a:lnSpc>
            </a:pPr>
            <a:r>
              <a:rPr lang="en-US" sz="2800" b="1">
                <a:latin typeface="Garamond" panose="02020404030301010803" pitchFamily="18" charset="0"/>
              </a:rPr>
              <a:t>Model 3: </a:t>
            </a:r>
            <a:r>
              <a:rPr lang="en-US" sz="2800">
                <a:latin typeface="Garamond" panose="02020404030301010803" pitchFamily="18" charset="0"/>
              </a:rPr>
              <a:t>Filtered features</a:t>
            </a:r>
          </a:p>
          <a:p>
            <a:pPr lvl="1">
              <a:lnSpc>
                <a:spcPct val="100000"/>
              </a:lnSpc>
            </a:pPr>
            <a:r>
              <a:rPr lang="en-US" sz="2800" b="1">
                <a:latin typeface="Garamond" panose="02020404030301010803" pitchFamily="18" charset="0"/>
              </a:rPr>
              <a:t>Model 4: </a:t>
            </a:r>
            <a:r>
              <a:rPr lang="en-US" sz="2800">
                <a:latin typeface="Garamond" panose="02020404030301010803" pitchFamily="18" charset="0"/>
              </a:rPr>
              <a:t>Filtered + logged features</a:t>
            </a:r>
          </a:p>
          <a:p>
            <a:pPr lvl="1">
              <a:lnSpc>
                <a:spcPct val="100000"/>
              </a:lnSpc>
            </a:pPr>
            <a:r>
              <a:rPr lang="en-US" sz="2800" b="1">
                <a:latin typeface="Garamond" panose="02020404030301010803" pitchFamily="18" charset="0"/>
              </a:rPr>
              <a:t>Model 5: </a:t>
            </a:r>
            <a:r>
              <a:rPr lang="en-US" sz="2800">
                <a:latin typeface="Garamond" panose="02020404030301010803" pitchFamily="18" charset="0"/>
              </a:rPr>
              <a:t>Filtered + scaled features </a:t>
            </a:r>
          </a:p>
          <a:p>
            <a:pPr marL="0" indent="0">
              <a:lnSpc>
                <a:spcPct val="100000"/>
              </a:lnSpc>
              <a:buNone/>
            </a:pPr>
            <a:endParaRPr 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22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AEB8B-70C6-B8E2-86C0-392F616A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77EB-17C8-DFAD-C0E2-545081C0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1719560" cy="981703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Computational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EF09-B5DE-9166-62C5-7B6677CD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F844-DCC2-67DF-B8E4-F06FDCFDB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16"/>
            <a:ext cx="10515600" cy="53578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Linear Regression (LR)</a:t>
            </a:r>
          </a:p>
          <a:p>
            <a:pPr lvl="1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Scikit learn </a:t>
            </a:r>
            <a:r>
              <a:rPr lang="en-US" sz="2600" err="1">
                <a:latin typeface="Garamond" panose="02020404030301010803" pitchFamily="18" charset="0"/>
              </a:rPr>
              <a:t>LinearRegression</a:t>
            </a:r>
            <a:r>
              <a:rPr lang="en-US" sz="2600">
                <a:latin typeface="Garamond" panose="02020404030301010803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Artificial Neural Network (ANN)</a:t>
            </a:r>
          </a:p>
          <a:p>
            <a:pPr lvl="1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Scikit learn </a:t>
            </a:r>
            <a:r>
              <a:rPr lang="en-US" sz="2600" err="1">
                <a:latin typeface="Garamond" panose="02020404030301010803" pitchFamily="18" charset="0"/>
              </a:rPr>
              <a:t>MLPRegressor</a:t>
            </a:r>
            <a:r>
              <a:rPr lang="en-US" sz="2600">
                <a:latin typeface="Garamond" panose="02020404030301010803" pitchFamily="18" charset="0"/>
              </a:rPr>
              <a:t> + </a:t>
            </a:r>
            <a:r>
              <a:rPr lang="en-US" sz="2600" err="1">
                <a:latin typeface="Garamond" panose="02020404030301010803" pitchFamily="18" charset="0"/>
              </a:rPr>
              <a:t>GridSearchCV</a:t>
            </a:r>
            <a:endParaRPr lang="en-US" sz="2600">
              <a:latin typeface="Garamond" panose="02020404030301010803" pitchFamily="18" charset="0"/>
            </a:endParaRPr>
          </a:p>
          <a:p>
            <a:pPr lvl="2">
              <a:lnSpc>
                <a:spcPct val="100000"/>
              </a:lnSpc>
            </a:pPr>
            <a:r>
              <a:rPr lang="en-US" sz="2600" err="1">
                <a:latin typeface="Garamond" panose="02020404030301010803" pitchFamily="18" charset="0"/>
              </a:rPr>
              <a:t>MLPRegressor</a:t>
            </a:r>
            <a:r>
              <a:rPr lang="en-US" sz="2600">
                <a:latin typeface="Garamond" panose="02020404030301010803" pitchFamily="18" charset="0"/>
              </a:rPr>
              <a:t>:</a:t>
            </a:r>
          </a:p>
          <a:p>
            <a:pPr lvl="3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Activation: ‘</a:t>
            </a:r>
            <a:r>
              <a:rPr lang="en-US" sz="2600" err="1">
                <a:latin typeface="Garamond" panose="02020404030301010803" pitchFamily="18" charset="0"/>
              </a:rPr>
              <a:t>ReLU</a:t>
            </a:r>
            <a:r>
              <a:rPr lang="en-US" sz="2600">
                <a:latin typeface="Garamond" panose="02020404030301010803" pitchFamily="18" charset="0"/>
              </a:rPr>
              <a:t>’</a:t>
            </a:r>
          </a:p>
          <a:p>
            <a:pPr lvl="3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Optimizer: ‘ADAM’</a:t>
            </a:r>
          </a:p>
          <a:p>
            <a:pPr lvl="2">
              <a:lnSpc>
                <a:spcPct val="100000"/>
              </a:lnSpc>
            </a:pPr>
            <a:r>
              <a:rPr lang="en-US" sz="2600" err="1">
                <a:latin typeface="Garamond" panose="02020404030301010803" pitchFamily="18" charset="0"/>
              </a:rPr>
              <a:t>GridSearchCV</a:t>
            </a:r>
            <a:r>
              <a:rPr lang="en-US" sz="2600">
                <a:latin typeface="Garamond" panose="02020404030301010803" pitchFamily="18" charset="0"/>
              </a:rPr>
              <a:t> to determine best:</a:t>
            </a:r>
          </a:p>
          <a:p>
            <a:pPr lvl="3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Hidden layer size</a:t>
            </a:r>
          </a:p>
          <a:p>
            <a:pPr lvl="3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Batch size</a:t>
            </a:r>
          </a:p>
          <a:p>
            <a:pPr lvl="3">
              <a:lnSpc>
                <a:spcPct val="100000"/>
              </a:lnSpc>
            </a:pPr>
            <a:r>
              <a:rPr lang="en-US" sz="2600">
                <a:latin typeface="Garamond" panose="02020404030301010803" pitchFamily="18" charset="0"/>
              </a:rPr>
              <a:t>Learning rate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81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0114-20F0-1F42-B8AF-3208C437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25DE-26D6-65FB-4FFF-71804678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1719560" cy="981703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Statistical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5AAA4-95E0-147C-CD04-93414C07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C9D41-1764-BFF2-E22C-6B1B9A58F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3579"/>
                <a:ext cx="10515600" cy="535789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>
                    <a:latin typeface="Garamond" panose="02020404030301010803" pitchFamily="18" charset="0"/>
                  </a:rPr>
                  <a:t>Model performance: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Coefficient of determination: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b="0">
                  <a:latin typeface="Garamond" panose="02020404030301010803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Root mean square error: RMSE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Mean square error: MSE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Mean absolute error: MAE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Pearson correlation: PC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>
                    <a:latin typeface="Garamond" panose="02020404030301010803" pitchFamily="18" charset="0"/>
                  </a:rPr>
                  <a:t>Feature weights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LR: coefficient weights analysis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800">
                    <a:latin typeface="Garamond" panose="02020404030301010803" pitchFamily="18" charset="0"/>
                  </a:rPr>
                  <a:t>ANN: SHAP analysis</a:t>
                </a:r>
              </a:p>
              <a:p>
                <a:pPr>
                  <a:lnSpc>
                    <a:spcPct val="100000"/>
                  </a:lnSpc>
                </a:pPr>
                <a:endParaRPr lang="en-US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C9D41-1764-BFF2-E22C-6B1B9A58F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3579"/>
                <a:ext cx="10515600" cy="5357896"/>
              </a:xfrm>
              <a:blipFill>
                <a:blip r:embed="rId3"/>
                <a:stretch>
                  <a:fillRect l="-1043" t="-1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93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A8F2-3B3D-0323-F210-9A10585A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C853-0711-F74E-A442-487F43FE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5"/>
            <a:ext cx="11719560" cy="981703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Statistical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2A346-0F0C-9182-FDB3-BE14A9BE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E4303-4D24-B1A7-A920-E8FDCE67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998454"/>
            <a:ext cx="10515600" cy="5922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Garamond" panose="02020404030301010803" pitchFamily="18" charset="0"/>
              </a:rPr>
              <a:t>Model performance:</a:t>
            </a:r>
          </a:p>
          <a:p>
            <a:pPr marL="0" indent="0">
              <a:lnSpc>
                <a:spcPct val="100000"/>
              </a:lnSpc>
              <a:buNone/>
            </a:pPr>
            <a:endParaRPr lang="en-US">
              <a:latin typeface="Garamond" panose="020204040303010108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70E93E-808D-FC4D-7327-5D2D473F7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95293"/>
              </p:ext>
            </p:extLst>
          </p:nvPr>
        </p:nvGraphicFramePr>
        <p:xfrm>
          <a:off x="1495425" y="1590675"/>
          <a:ext cx="8858250" cy="4549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4445">
                  <a:extLst>
                    <a:ext uri="{9D8B030D-6E8A-4147-A177-3AD203B41FA5}">
                      <a16:colId xmlns:a16="http://schemas.microsoft.com/office/drawing/2014/main" val="1769934150"/>
                    </a:ext>
                  </a:extLst>
                </a:gridCol>
                <a:gridCol w="1025900">
                  <a:extLst>
                    <a:ext uri="{9D8B030D-6E8A-4147-A177-3AD203B41FA5}">
                      <a16:colId xmlns:a16="http://schemas.microsoft.com/office/drawing/2014/main" val="2333820146"/>
                    </a:ext>
                  </a:extLst>
                </a:gridCol>
                <a:gridCol w="868070">
                  <a:extLst>
                    <a:ext uri="{9D8B030D-6E8A-4147-A177-3AD203B41FA5}">
                      <a16:colId xmlns:a16="http://schemas.microsoft.com/office/drawing/2014/main" val="2044071493"/>
                    </a:ext>
                  </a:extLst>
                </a:gridCol>
                <a:gridCol w="927255">
                  <a:extLst>
                    <a:ext uri="{9D8B030D-6E8A-4147-A177-3AD203B41FA5}">
                      <a16:colId xmlns:a16="http://schemas.microsoft.com/office/drawing/2014/main" val="1928782519"/>
                    </a:ext>
                  </a:extLst>
                </a:gridCol>
                <a:gridCol w="927255">
                  <a:extLst>
                    <a:ext uri="{9D8B030D-6E8A-4147-A177-3AD203B41FA5}">
                      <a16:colId xmlns:a16="http://schemas.microsoft.com/office/drawing/2014/main" val="2780393525"/>
                    </a:ext>
                  </a:extLst>
                </a:gridCol>
                <a:gridCol w="927255">
                  <a:extLst>
                    <a:ext uri="{9D8B030D-6E8A-4147-A177-3AD203B41FA5}">
                      <a16:colId xmlns:a16="http://schemas.microsoft.com/office/drawing/2014/main" val="2816893528"/>
                    </a:ext>
                  </a:extLst>
                </a:gridCol>
                <a:gridCol w="868070">
                  <a:extLst>
                    <a:ext uri="{9D8B030D-6E8A-4147-A177-3AD203B41FA5}">
                      <a16:colId xmlns:a16="http://schemas.microsoft.com/office/drawing/2014/main" val="1574024004"/>
                    </a:ext>
                  </a:extLst>
                </a:gridCol>
              </a:tblGrid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            Model             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Scaling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 R² 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RMSE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MSE 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MAE 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   PC  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07181"/>
                  </a:ext>
                </a:extLst>
              </a:tr>
              <a:tr h="34998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Garamond" panose="02020404030301010803" pitchFamily="18" charset="0"/>
                        </a:rPr>
                        <a:t>      --- VALIDATION SET ---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98863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     Linear Regression (LR)    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 --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0.819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0.434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0.189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44027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     Linear Regression (LR)    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Log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0.844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0.403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0.162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12957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 --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0.789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0.469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0.22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52673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Log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396668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Scaled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0.076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0.186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098560"/>
                  </a:ext>
                </a:extLst>
              </a:tr>
              <a:tr h="349982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Garamond" panose="02020404030301010803" pitchFamily="18" charset="0"/>
                        </a:rPr>
                        <a:t>       --- TESTING SET ---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363236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     Linear Regression (LR)    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 --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0.819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0.432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0.186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875301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     Linear Regression (LR)    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Log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0.844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0.285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382054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 --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0.789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0.466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0.217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62350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 Log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0.888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569164"/>
                  </a:ext>
                </a:extLst>
              </a:tr>
              <a:tr h="349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Garamond" panose="02020404030301010803" pitchFamily="18" charset="0"/>
                        </a:rPr>
                        <a:t> Artificial Neural Network (ANN) 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  Scaled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0.926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0.277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Garamond" panose="02020404030301010803" pitchFamily="18" charset="0"/>
                        </a:rPr>
                        <a:t>0.077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0.189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Garamond" panose="02020404030301010803" pitchFamily="18" charset="0"/>
                        </a:rPr>
                        <a:t>0.963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15934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6C1CD9-0B9F-DE9B-525E-CBE4A6F214F4}"/>
              </a:ext>
            </a:extLst>
          </p:cNvPr>
          <p:cNvSpPr/>
          <p:nvPr/>
        </p:nvSpPr>
        <p:spPr>
          <a:xfrm>
            <a:off x="1400175" y="3686175"/>
            <a:ext cx="9029700" cy="36512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E2B72-E9D0-ED9F-387C-345375CB6B13}"/>
              </a:ext>
            </a:extLst>
          </p:cNvPr>
          <p:cNvSpPr/>
          <p:nvPr/>
        </p:nvSpPr>
        <p:spPr>
          <a:xfrm>
            <a:off x="1409700" y="5781675"/>
            <a:ext cx="9029700" cy="36512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5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83F4-57B6-AECB-BCC8-B099B2E9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4B5A-7CD0-D4E4-5FF1-DFB3490F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6"/>
            <a:ext cx="11719560" cy="767808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Results: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A815E-7DD4-3DCE-B7C4-34504EE5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2FC7E-96E1-DDF3-D3C5-8E07F1CB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56" y="692450"/>
            <a:ext cx="6830327" cy="614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1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8320-E2C8-361C-7E94-59AA8A90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35C158-9012-9BED-3068-115C1BF4C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8" y="708639"/>
            <a:ext cx="10013282" cy="53404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BEAE11-9914-1D11-953E-BFFC8DA5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6"/>
            <a:ext cx="11719560" cy="767808"/>
          </a:xfrm>
        </p:spPr>
        <p:txBody>
          <a:bodyPr/>
          <a:lstStyle/>
          <a:p>
            <a:r>
              <a:rPr lang="en-US" b="1">
                <a:latin typeface="Garamond" panose="02020404030301010803" pitchFamily="18" charset="0"/>
              </a:rPr>
              <a:t>Results: Artificial Neural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2751F-8DD2-DC74-1ECE-115771B3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8BCB-D29C-872A-A65E-1D5687D6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CE58-6DAE-89AB-BEFE-18CBCCB4F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6"/>
            <a:ext cx="11719560" cy="767808"/>
          </a:xfrm>
        </p:spPr>
        <p:txBody>
          <a:bodyPr/>
          <a:lstStyle/>
          <a:p>
            <a:r>
              <a:rPr lang="en-US" b="1" dirty="0">
                <a:latin typeface="Garamond" panose="02020404030301010803" pitchFamily="18" charset="0"/>
              </a:rPr>
              <a:t>Results: Best Hyperparameters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EE550-D452-435E-17E2-86B908D1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734F4-31CA-6450-4449-6550D62B70A0}"/>
              </a:ext>
            </a:extLst>
          </p:cNvPr>
          <p:cNvSpPr txBox="1"/>
          <p:nvPr/>
        </p:nvSpPr>
        <p:spPr>
          <a:xfrm>
            <a:off x="903575" y="1201595"/>
            <a:ext cx="10450225" cy="4454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ANN trained on scaled </a:t>
            </a:r>
            <a:r>
              <a:rPr lang="en-US" sz="3200" dirty="0" err="1">
                <a:latin typeface="Garamond" panose="02020404030301010803" pitchFamily="18" charset="0"/>
              </a:rPr>
              <a:t>featuers</a:t>
            </a:r>
            <a:endParaRPr lang="en-US" sz="3200" dirty="0">
              <a:latin typeface="Garamond" panose="02020404030301010803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Two hidden layers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Layer 1: 20 neurons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Layer 2: 30 neurons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Batch size: 500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Learning rate: 0.01</a:t>
            </a:r>
          </a:p>
        </p:txBody>
      </p:sp>
    </p:spTree>
    <p:extLst>
      <p:ext uri="{BB962C8B-B14F-4D97-AF65-F5344CB8AC3E}">
        <p14:creationId xmlns:p14="http://schemas.microsoft.com/office/powerpoint/2010/main" val="235915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86D6-5B9F-80BB-7459-7D12BFCC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FFCA-9C19-98A5-C7B9-B8F47CD7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6"/>
            <a:ext cx="11719560" cy="65386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Garamond" panose="02020404030301010803" pitchFamily="18" charset="0"/>
              </a:rPr>
              <a:t>Impact of Descriptors on RG2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E9A5B-1FE5-E8F5-D745-73BA427F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C2150-39BD-0885-5CAC-1080FC2F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731" y="973996"/>
            <a:ext cx="6546677" cy="491000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00EDD92-3E7F-CD91-9A5A-53F21F2FAC4F}"/>
              </a:ext>
            </a:extLst>
          </p:cNvPr>
          <p:cNvGrpSpPr/>
          <p:nvPr/>
        </p:nvGrpSpPr>
        <p:grpSpPr>
          <a:xfrm>
            <a:off x="220980" y="1135380"/>
            <a:ext cx="4906852" cy="5704364"/>
            <a:chOff x="0" y="672116"/>
            <a:chExt cx="5193792" cy="61676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A0BBD2-E254-46EB-60FF-C001684C8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72116"/>
              <a:ext cx="5193792" cy="616762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558E9F-031C-AB9E-DCEB-EFD2CC53706F}"/>
                </a:ext>
              </a:extLst>
            </p:cNvPr>
            <p:cNvSpPr/>
            <p:nvPr/>
          </p:nvSpPr>
          <p:spPr>
            <a:xfrm>
              <a:off x="1124712" y="869823"/>
              <a:ext cx="3145536" cy="3280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1FE1CA-7E07-3314-5DDB-144E8CE30151}"/>
                </a:ext>
              </a:extLst>
            </p:cNvPr>
            <p:cNvSpPr/>
            <p:nvPr/>
          </p:nvSpPr>
          <p:spPr>
            <a:xfrm>
              <a:off x="1124712" y="1687703"/>
              <a:ext cx="3145536" cy="3280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7FCCD7-F07C-8FBF-6AB8-DC3BC9595D5B}"/>
                </a:ext>
              </a:extLst>
            </p:cNvPr>
            <p:cNvSpPr/>
            <p:nvPr/>
          </p:nvSpPr>
          <p:spPr>
            <a:xfrm>
              <a:off x="1124712" y="2213451"/>
              <a:ext cx="3145536" cy="32804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E55F3-B600-FB92-27BB-0B2F4AD24FCE}"/>
              </a:ext>
            </a:extLst>
          </p:cNvPr>
          <p:cNvSpPr/>
          <p:nvPr/>
        </p:nvSpPr>
        <p:spPr>
          <a:xfrm rot="5400000">
            <a:off x="4995718" y="2731486"/>
            <a:ext cx="2999235" cy="22459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18E1F-1444-660A-BCB7-AED9C7F73734}"/>
              </a:ext>
            </a:extLst>
          </p:cNvPr>
          <p:cNvSpPr/>
          <p:nvPr/>
        </p:nvSpPr>
        <p:spPr>
          <a:xfrm rot="5400000">
            <a:off x="5282658" y="2731485"/>
            <a:ext cx="2999235" cy="224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2E842A-31DF-EC56-D01E-B038C28F9CDB}"/>
              </a:ext>
            </a:extLst>
          </p:cNvPr>
          <p:cNvSpPr/>
          <p:nvPr/>
        </p:nvSpPr>
        <p:spPr>
          <a:xfrm rot="5400000">
            <a:off x="5794196" y="2731484"/>
            <a:ext cx="2999235" cy="22459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D97B8-6BD2-C1E9-17A0-D9DCB7F0E35E}"/>
              </a:ext>
            </a:extLst>
          </p:cNvPr>
          <p:cNvSpPr txBox="1"/>
          <p:nvPr/>
        </p:nvSpPr>
        <p:spPr>
          <a:xfrm>
            <a:off x="502920" y="762000"/>
            <a:ext cx="451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ANN SHAP Analysis</a:t>
            </a:r>
          </a:p>
        </p:txBody>
      </p:sp>
    </p:spTree>
    <p:extLst>
      <p:ext uri="{BB962C8B-B14F-4D97-AF65-F5344CB8AC3E}">
        <p14:creationId xmlns:p14="http://schemas.microsoft.com/office/powerpoint/2010/main" val="3828672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1EB2D-4DEF-8073-A024-867A2BD8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CEDC-0A34-BCD4-0214-E408E1CD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8256"/>
            <a:ext cx="11719560" cy="65386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Garamond" panose="02020404030301010803" pitchFamily="18" charset="0"/>
              </a:rPr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A4D30-F441-A4B0-8BFC-83B50E41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A0F3B9-230E-DEB0-E367-BF163DB74D05}"/>
              </a:ext>
            </a:extLst>
          </p:cNvPr>
          <p:cNvSpPr txBox="1"/>
          <p:nvPr/>
        </p:nvSpPr>
        <p:spPr>
          <a:xfrm>
            <a:off x="762896" y="1127125"/>
            <a:ext cx="10590904" cy="3716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  <a:cs typeface="Arial" panose="020B0604020202020204" pitchFamily="34" charset="0"/>
              </a:rPr>
              <a:t>Models trained on molecular graphs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  <a:cs typeface="Arial" panose="020B0604020202020204" pitchFamily="34" charset="0"/>
              </a:rPr>
              <a:t>Convolutional neural networks (CNNs)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  <a:cs typeface="Arial" panose="020B0604020202020204" pitchFamily="34" charset="0"/>
              </a:rPr>
              <a:t>Graph neural networks (GNNs)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  <a:cs typeface="Arial" panose="020B0604020202020204" pitchFamily="34" charset="0"/>
              </a:rPr>
              <a:t>Expanding the dataset to include conformers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  <a:cs typeface="Arial" panose="020B0604020202020204" pitchFamily="34" charset="0"/>
              </a:rPr>
              <a:t>Broader RG2 coverage</a:t>
            </a:r>
          </a:p>
        </p:txBody>
      </p:sp>
    </p:spTree>
    <p:extLst>
      <p:ext uri="{BB962C8B-B14F-4D97-AF65-F5344CB8AC3E}">
        <p14:creationId xmlns:p14="http://schemas.microsoft.com/office/powerpoint/2010/main" val="108897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8659-A4A5-1D3E-256A-3CB4B0DC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A003-B047-B82E-5040-33E03369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927" y="3045096"/>
            <a:ext cx="3594146" cy="767808"/>
          </a:xfrm>
        </p:spPr>
        <p:txBody>
          <a:bodyPr>
            <a:noAutofit/>
          </a:bodyPr>
          <a:lstStyle/>
          <a:p>
            <a:r>
              <a:rPr lang="en-US" sz="6000" b="1">
                <a:latin typeface="Garamond" panose="02020404030301010803" pitchFamily="18" charset="0"/>
              </a:rPr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E400-4EFC-6996-AF56-F72A4A52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A607-9958-40E6-B5D5-3878B85115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5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1743</Words>
  <Application>Microsoft Office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Garamond</vt:lpstr>
      <vt:lpstr>Office Theme</vt:lpstr>
      <vt:lpstr>Predicting the Radius of Gyration of Small Molecules Using Machine Learning</vt:lpstr>
      <vt:lpstr>Purpose/Goals</vt:lpstr>
      <vt:lpstr>Question</vt:lpstr>
      <vt:lpstr>Outline of Machine Learning (ML) Workflow</vt:lpstr>
      <vt:lpstr>Models of Interest</vt:lpstr>
      <vt:lpstr>Computational Techniques</vt:lpstr>
      <vt:lpstr>Statistical Analysis</vt:lpstr>
      <vt:lpstr>Statistical Analysis</vt:lpstr>
      <vt:lpstr>Results: Linear Regression</vt:lpstr>
      <vt:lpstr>Results: Artificial Neural Network</vt:lpstr>
      <vt:lpstr>Results: Best Hyperparameters</vt:lpstr>
      <vt:lpstr>Impact of Descriptors on RG2</vt:lpstr>
      <vt:lpstr>Future Work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Elladki, Rana</dc:creator>
  <cp:lastModifiedBy>Elladki, Rana</cp:lastModifiedBy>
  <cp:revision>1</cp:revision>
  <dcterms:created xsi:type="dcterms:W3CDTF">2025-11-18T19:11:19Z</dcterms:created>
  <dcterms:modified xsi:type="dcterms:W3CDTF">2025-12-01T14:31:16Z</dcterms:modified>
</cp:coreProperties>
</file>